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11092910" r:id="rId3"/>
    <p:sldId id="11092863" r:id="rId4"/>
    <p:sldId id="11092911" r:id="rId5"/>
    <p:sldId id="11092912" r:id="rId6"/>
    <p:sldId id="11092913" r:id="rId7"/>
    <p:sldId id="11092914" r:id="rId8"/>
    <p:sldId id="11092915" r:id="rId9"/>
    <p:sldId id="11092916" r:id="rId10"/>
    <p:sldId id="11092918" r:id="rId11"/>
    <p:sldId id="11092920" r:id="rId12"/>
    <p:sldId id="11092921" r:id="rId13"/>
    <p:sldId id="11092919" r:id="rId14"/>
    <p:sldId id="11092917" r:id="rId15"/>
    <p:sldId id="11092922" r:id="rId16"/>
    <p:sldId id="11092923" r:id="rId17"/>
    <p:sldId id="11092924" r:id="rId18"/>
    <p:sldId id="11092925" r:id="rId19"/>
    <p:sldId id="11092884" r:id="rId20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3AE"/>
    <a:srgbClr val="B02121"/>
    <a:srgbClr val="4874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7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gif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webp_yd5cy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 r="3704"/>
          <a:stretch>
            <a:fillRect/>
          </a:stretch>
        </p:blipFill>
        <p:spPr>
          <a:xfrm>
            <a:off x="2" y="0"/>
            <a:ext cx="12191998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9418" y="-4876"/>
            <a:ext cx="12201418" cy="6862876"/>
          </a:xfrm>
          <a:prstGeom prst="rect">
            <a:avLst/>
          </a:prstGeom>
          <a:solidFill>
            <a:srgbClr val="007BC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 rot="19983875">
            <a:off x="5562160" y="1696907"/>
            <a:ext cx="9888058" cy="9888058"/>
          </a:xfrm>
          <a:prstGeom prst="ellipse">
            <a:avLst/>
          </a:prstGeom>
          <a:gradFill flip="none" rotWithShape="1">
            <a:gsLst>
              <a:gs pos="55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5" name="组合 14"/>
          <p:cNvGrpSpPr/>
          <p:nvPr/>
        </p:nvGrpSpPr>
        <p:grpSpPr>
          <a:xfrm rot="4616209">
            <a:off x="-3708931" y="1129040"/>
            <a:ext cx="7528182" cy="7528180"/>
            <a:chOff x="984860" y="319772"/>
            <a:chExt cx="3597810" cy="3597810"/>
          </a:xfrm>
        </p:grpSpPr>
        <p:sp>
          <p:nvSpPr>
            <p:cNvPr id="16" name="弧形 15"/>
            <p:cNvSpPr/>
            <p:nvPr/>
          </p:nvSpPr>
          <p:spPr>
            <a:xfrm rot="19247356">
              <a:off x="984860" y="319772"/>
              <a:ext cx="3597810" cy="3597810"/>
            </a:xfrm>
            <a:prstGeom prst="arc">
              <a:avLst>
                <a:gd name="adj1" fmla="val 3787909"/>
                <a:gd name="adj2" fmla="val 135280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7" name="弧形 16"/>
            <p:cNvSpPr/>
            <p:nvPr/>
          </p:nvSpPr>
          <p:spPr>
            <a:xfrm rot="3600000">
              <a:off x="1276500" y="611412"/>
              <a:ext cx="3014532" cy="3014529"/>
            </a:xfrm>
            <a:prstGeom prst="arc">
              <a:avLst>
                <a:gd name="adj1" fmla="val 4665090"/>
                <a:gd name="adj2" fmla="val 328692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9" name="弧形 18"/>
            <p:cNvSpPr/>
            <p:nvPr/>
          </p:nvSpPr>
          <p:spPr>
            <a:xfrm rot="16200000">
              <a:off x="1568144" y="903054"/>
              <a:ext cx="2431247" cy="2431250"/>
            </a:xfrm>
            <a:prstGeom prst="arc">
              <a:avLst>
                <a:gd name="adj1" fmla="val 2309603"/>
                <a:gd name="adj2" fmla="val 21408069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0" name="弧形 19"/>
            <p:cNvSpPr/>
            <p:nvPr/>
          </p:nvSpPr>
          <p:spPr>
            <a:xfrm rot="11700000">
              <a:off x="1859783" y="1194692"/>
              <a:ext cx="1847969" cy="1847971"/>
            </a:xfrm>
            <a:prstGeom prst="arc">
              <a:avLst>
                <a:gd name="adj1" fmla="val 18739817"/>
                <a:gd name="adj2" fmla="val 16835760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1" name="弧形 20"/>
            <p:cNvSpPr/>
            <p:nvPr/>
          </p:nvSpPr>
          <p:spPr>
            <a:xfrm rot="6300000">
              <a:off x="2151423" y="1486333"/>
              <a:ext cx="1264688" cy="1264688"/>
            </a:xfrm>
            <a:prstGeom prst="arc">
              <a:avLst>
                <a:gd name="adj1" fmla="val 8934630"/>
                <a:gd name="adj2" fmla="val 7854171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039220" y="1536724"/>
            <a:ext cx="9926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dirty="0"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>
                  <a:outerShdw blurRad="254000" dist="190500" dir="1680000" algn="ctr" rotWithShape="0">
                    <a:srgbClr val="000000">
                      <a:alpha val="41000"/>
                    </a:srgbClr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rPr>
              <a:t>摄像头组规则讲解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1359719" y="3171373"/>
            <a:ext cx="537694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alphaModFix amt="10000"/>
          </a:blip>
          <a:srcRect t="23606" r="6844"/>
          <a:stretch>
            <a:fillRect/>
          </a:stretch>
        </p:blipFill>
        <p:spPr>
          <a:xfrm flipH="1">
            <a:off x="-72180" y="34527"/>
            <a:ext cx="5661627" cy="887697"/>
          </a:xfrm>
          <a:custGeom>
            <a:avLst/>
            <a:gdLst>
              <a:gd name="connsiteX0" fmla="*/ 0 w 5571355"/>
              <a:gd name="connsiteY0" fmla="*/ 0 h 661348"/>
              <a:gd name="connsiteX1" fmla="*/ 5571355 w 5571355"/>
              <a:gd name="connsiteY1" fmla="*/ 0 h 661348"/>
              <a:gd name="connsiteX2" fmla="*/ 5571355 w 5571355"/>
              <a:gd name="connsiteY2" fmla="*/ 661348 h 661348"/>
              <a:gd name="connsiteX3" fmla="*/ 0 w 5571355"/>
              <a:gd name="connsiteY3" fmla="*/ 661348 h 66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1355" h="661348">
                <a:moveTo>
                  <a:pt x="0" y="0"/>
                </a:moveTo>
                <a:lnTo>
                  <a:pt x="5571355" y="0"/>
                </a:lnTo>
                <a:lnTo>
                  <a:pt x="5571355" y="661348"/>
                </a:lnTo>
                <a:lnTo>
                  <a:pt x="0" y="661348"/>
                </a:lnTo>
                <a:close/>
              </a:path>
            </a:pathLst>
          </a:custGeom>
        </p:spPr>
      </p:pic>
      <p:grpSp>
        <p:nvGrpSpPr>
          <p:cNvPr id="70" name="组合 69"/>
          <p:cNvGrpSpPr/>
          <p:nvPr/>
        </p:nvGrpSpPr>
        <p:grpSpPr>
          <a:xfrm>
            <a:off x="1" y="628693"/>
            <a:ext cx="12191999" cy="619006"/>
            <a:chOff x="1" y="628693"/>
            <a:chExt cx="12191999" cy="619006"/>
          </a:xfrm>
        </p:grpSpPr>
        <p:grpSp>
          <p:nvGrpSpPr>
            <p:cNvPr id="50" name="组合 49"/>
            <p:cNvGrpSpPr/>
            <p:nvPr/>
          </p:nvGrpSpPr>
          <p:grpSpPr>
            <a:xfrm>
              <a:off x="1" y="938196"/>
              <a:ext cx="12191999" cy="0"/>
              <a:chOff x="2" y="972716"/>
              <a:chExt cx="12191999" cy="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2" y="972716"/>
                <a:ext cx="5647265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 flipH="1">
                <a:off x="6570133" y="972716"/>
                <a:ext cx="5621868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6497" y="628693"/>
              <a:ext cx="619006" cy="619006"/>
            </a:xfrm>
            <a:prstGeom prst="rect">
              <a:avLst/>
            </a:prstGeom>
          </p:spPr>
        </p:pic>
      </p:grpSp>
      <p:grpSp>
        <p:nvGrpSpPr>
          <p:cNvPr id="74" name="组合 73"/>
          <p:cNvGrpSpPr/>
          <p:nvPr/>
        </p:nvGrpSpPr>
        <p:grpSpPr>
          <a:xfrm>
            <a:off x="9593680" y="4384247"/>
            <a:ext cx="2283100" cy="2382895"/>
            <a:chOff x="10006941" y="5020448"/>
            <a:chExt cx="1531151" cy="1598081"/>
          </a:xfrm>
        </p:grpSpPr>
        <p:sp>
          <p:nvSpPr>
            <p:cNvPr id="57" name="任意多边形: 形状 56"/>
            <p:cNvSpPr/>
            <p:nvPr/>
          </p:nvSpPr>
          <p:spPr>
            <a:xfrm>
              <a:off x="10070405" y="5323371"/>
              <a:ext cx="1403954" cy="118129"/>
            </a:xfrm>
            <a:custGeom>
              <a:avLst/>
              <a:gdLst>
                <a:gd name="connsiteX0" fmla="*/ 0 w 1403954"/>
                <a:gd name="connsiteY0" fmla="*/ 0 h 118129"/>
                <a:gd name="connsiteX1" fmla="*/ 1403955 w 1403954"/>
                <a:gd name="connsiteY1" fmla="*/ 0 h 118129"/>
                <a:gd name="connsiteX2" fmla="*/ 1403955 w 1403954"/>
                <a:gd name="connsiteY2" fmla="*/ 118130 h 118129"/>
                <a:gd name="connsiteX3" fmla="*/ 0 w 1403954"/>
                <a:gd name="connsiteY3" fmla="*/ 118130 h 11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3954" h="118129">
                  <a:moveTo>
                    <a:pt x="0" y="0"/>
                  </a:moveTo>
                  <a:lnTo>
                    <a:pt x="1403955" y="0"/>
                  </a:lnTo>
                  <a:lnTo>
                    <a:pt x="1403955" y="118130"/>
                  </a:lnTo>
                  <a:lnTo>
                    <a:pt x="0" y="11813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</a:endParaRP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10006941" y="5020448"/>
              <a:ext cx="1531151" cy="1598081"/>
              <a:chOff x="10006941" y="5020448"/>
              <a:chExt cx="1531151" cy="1598081"/>
            </a:xfrm>
          </p:grpSpPr>
          <p:sp>
            <p:nvSpPr>
              <p:cNvPr id="56" name="任意多边形: 形状 55"/>
              <p:cNvSpPr/>
              <p:nvPr/>
            </p:nvSpPr>
            <p:spPr>
              <a:xfrm>
                <a:off x="10067473" y="5020448"/>
                <a:ext cx="1410087" cy="243458"/>
              </a:xfrm>
              <a:custGeom>
                <a:avLst/>
                <a:gdLst>
                  <a:gd name="connsiteX0" fmla="*/ 1410087 w 1410087"/>
                  <a:gd name="connsiteY0" fmla="*/ 243459 h 243458"/>
                  <a:gd name="connsiteX1" fmla="*/ 0 w 1410087"/>
                  <a:gd name="connsiteY1" fmla="*/ 243459 h 243458"/>
                  <a:gd name="connsiteX2" fmla="*/ 699977 w 1410087"/>
                  <a:gd name="connsiteY2" fmla="*/ 0 h 243458"/>
                  <a:gd name="connsiteX3" fmla="*/ 1410087 w 1410087"/>
                  <a:gd name="connsiteY3" fmla="*/ 243459 h 24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087" h="243458">
                    <a:moveTo>
                      <a:pt x="1410087" y="243459"/>
                    </a:moveTo>
                    <a:lnTo>
                      <a:pt x="0" y="243459"/>
                    </a:lnTo>
                    <a:lnTo>
                      <a:pt x="699977" y="0"/>
                    </a:lnTo>
                    <a:lnTo>
                      <a:pt x="1410087" y="24345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10006941" y="6105479"/>
                <a:ext cx="1531150" cy="119729"/>
              </a:xfrm>
              <a:custGeom>
                <a:avLst/>
                <a:gdLst>
                  <a:gd name="connsiteX0" fmla="*/ 0 w 1531150"/>
                  <a:gd name="connsiteY0" fmla="*/ 0 h 119729"/>
                  <a:gd name="connsiteX1" fmla="*/ 1531151 w 1531150"/>
                  <a:gd name="connsiteY1" fmla="*/ 0 h 119729"/>
                  <a:gd name="connsiteX2" fmla="*/ 1531151 w 1531150"/>
                  <a:gd name="connsiteY2" fmla="*/ 119729 h 119729"/>
                  <a:gd name="connsiteX3" fmla="*/ 0 w 1531150"/>
                  <a:gd name="connsiteY3" fmla="*/ 119729 h 119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1150" h="119729">
                    <a:moveTo>
                      <a:pt x="0" y="0"/>
                    </a:moveTo>
                    <a:lnTo>
                      <a:pt x="1531151" y="0"/>
                    </a:lnTo>
                    <a:lnTo>
                      <a:pt x="1531151" y="119729"/>
                    </a:lnTo>
                    <a:lnTo>
                      <a:pt x="0" y="11972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10070405" y="6282540"/>
                <a:ext cx="1403954" cy="335989"/>
              </a:xfrm>
              <a:custGeom>
                <a:avLst/>
                <a:gdLst>
                  <a:gd name="connsiteX0" fmla="*/ 1403955 w 1403954"/>
                  <a:gd name="connsiteY0" fmla="*/ 335989 h 335989"/>
                  <a:gd name="connsiteX1" fmla="*/ 1249826 w 1403954"/>
                  <a:gd name="connsiteY1" fmla="*/ 335989 h 335989"/>
                  <a:gd name="connsiteX2" fmla="*/ 1249826 w 1403954"/>
                  <a:gd name="connsiteY2" fmla="*/ 102930 h 335989"/>
                  <a:gd name="connsiteX3" fmla="*/ 1062099 w 1403954"/>
                  <a:gd name="connsiteY3" fmla="*/ 102930 h 335989"/>
                  <a:gd name="connsiteX4" fmla="*/ 1062099 w 1403954"/>
                  <a:gd name="connsiteY4" fmla="*/ 335989 h 335989"/>
                  <a:gd name="connsiteX5" fmla="*/ 795975 w 1403954"/>
                  <a:gd name="connsiteY5" fmla="*/ 335989 h 335989"/>
                  <a:gd name="connsiteX6" fmla="*/ 795975 w 1403954"/>
                  <a:gd name="connsiteY6" fmla="*/ 102930 h 335989"/>
                  <a:gd name="connsiteX7" fmla="*/ 608247 w 1403954"/>
                  <a:gd name="connsiteY7" fmla="*/ 102930 h 335989"/>
                  <a:gd name="connsiteX8" fmla="*/ 608247 w 1403954"/>
                  <a:gd name="connsiteY8" fmla="*/ 335989 h 335989"/>
                  <a:gd name="connsiteX9" fmla="*/ 341856 w 1403954"/>
                  <a:gd name="connsiteY9" fmla="*/ 335989 h 335989"/>
                  <a:gd name="connsiteX10" fmla="*/ 341856 w 1403954"/>
                  <a:gd name="connsiteY10" fmla="*/ 102930 h 335989"/>
                  <a:gd name="connsiteX11" fmla="*/ 154395 w 1403954"/>
                  <a:gd name="connsiteY11" fmla="*/ 102930 h 335989"/>
                  <a:gd name="connsiteX12" fmla="*/ 154395 w 1403954"/>
                  <a:gd name="connsiteY12" fmla="*/ 335989 h 335989"/>
                  <a:gd name="connsiteX13" fmla="*/ 0 w 1403954"/>
                  <a:gd name="connsiteY13" fmla="*/ 335989 h 335989"/>
                  <a:gd name="connsiteX14" fmla="*/ 0 w 1403954"/>
                  <a:gd name="connsiteY14" fmla="*/ 0 h 335989"/>
                  <a:gd name="connsiteX15" fmla="*/ 1403955 w 1403954"/>
                  <a:gd name="connsiteY15" fmla="*/ 0 h 335989"/>
                  <a:gd name="connsiteX16" fmla="*/ 1403955 w 1403954"/>
                  <a:gd name="connsiteY16" fmla="*/ 335989 h 335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03954" h="335989">
                    <a:moveTo>
                      <a:pt x="1403955" y="335989"/>
                    </a:moveTo>
                    <a:lnTo>
                      <a:pt x="1249826" y="335989"/>
                    </a:lnTo>
                    <a:lnTo>
                      <a:pt x="1249826" y="102930"/>
                    </a:lnTo>
                    <a:lnTo>
                      <a:pt x="1062099" y="102930"/>
                    </a:lnTo>
                    <a:lnTo>
                      <a:pt x="1062099" y="335989"/>
                    </a:lnTo>
                    <a:lnTo>
                      <a:pt x="795975" y="335989"/>
                    </a:lnTo>
                    <a:lnTo>
                      <a:pt x="795975" y="102930"/>
                    </a:lnTo>
                    <a:lnTo>
                      <a:pt x="608247" y="102930"/>
                    </a:lnTo>
                    <a:lnTo>
                      <a:pt x="608247" y="335989"/>
                    </a:lnTo>
                    <a:lnTo>
                      <a:pt x="341856" y="335989"/>
                    </a:lnTo>
                    <a:lnTo>
                      <a:pt x="341856" y="102930"/>
                    </a:lnTo>
                    <a:lnTo>
                      <a:pt x="154395" y="102930"/>
                    </a:lnTo>
                    <a:lnTo>
                      <a:pt x="154395" y="335989"/>
                    </a:lnTo>
                    <a:lnTo>
                      <a:pt x="0" y="335989"/>
                    </a:lnTo>
                    <a:lnTo>
                      <a:pt x="0" y="0"/>
                    </a:lnTo>
                    <a:lnTo>
                      <a:pt x="1403955" y="0"/>
                    </a:lnTo>
                    <a:lnTo>
                      <a:pt x="1403955" y="33598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10006941" y="5498832"/>
                <a:ext cx="1531151" cy="541582"/>
              </a:xfrm>
              <a:custGeom>
                <a:avLst/>
                <a:gdLst>
                  <a:gd name="connsiteX0" fmla="*/ 63465 w 1531151"/>
                  <a:gd name="connsiteY0" fmla="*/ 482651 h 541582"/>
                  <a:gd name="connsiteX1" fmla="*/ 0 w 1531151"/>
                  <a:gd name="connsiteY1" fmla="*/ 482651 h 541582"/>
                  <a:gd name="connsiteX2" fmla="*/ 0 w 1531151"/>
                  <a:gd name="connsiteY2" fmla="*/ 541583 h 541582"/>
                  <a:gd name="connsiteX3" fmla="*/ 1531151 w 1531151"/>
                  <a:gd name="connsiteY3" fmla="*/ 541583 h 541582"/>
                  <a:gd name="connsiteX4" fmla="*/ 1531151 w 1531151"/>
                  <a:gd name="connsiteY4" fmla="*/ 482651 h 541582"/>
                  <a:gd name="connsiteX5" fmla="*/ 1467419 w 1531151"/>
                  <a:gd name="connsiteY5" fmla="*/ 482651 h 541582"/>
                  <a:gd name="connsiteX6" fmla="*/ 1467419 w 1531151"/>
                  <a:gd name="connsiteY6" fmla="*/ 0 h 541582"/>
                  <a:gd name="connsiteX7" fmla="*/ 63465 w 1531151"/>
                  <a:gd name="connsiteY7" fmla="*/ 0 h 541582"/>
                  <a:gd name="connsiteX8" fmla="*/ 63465 w 1531151"/>
                  <a:gd name="connsiteY8" fmla="*/ 482651 h 541582"/>
                  <a:gd name="connsiteX9" fmla="*/ 1040766 w 1531151"/>
                  <a:gd name="connsiteY9" fmla="*/ 98397 h 541582"/>
                  <a:gd name="connsiteX10" fmla="*/ 1319158 w 1531151"/>
                  <a:gd name="connsiteY10" fmla="*/ 98397 h 541582"/>
                  <a:gd name="connsiteX11" fmla="*/ 1319158 w 1531151"/>
                  <a:gd name="connsiteY11" fmla="*/ 481585 h 541582"/>
                  <a:gd name="connsiteX12" fmla="*/ 1040766 w 1531151"/>
                  <a:gd name="connsiteY12" fmla="*/ 481585 h 541582"/>
                  <a:gd name="connsiteX13" fmla="*/ 1040766 w 1531151"/>
                  <a:gd name="connsiteY13" fmla="*/ 98397 h 541582"/>
                  <a:gd name="connsiteX14" fmla="*/ 626114 w 1531151"/>
                  <a:gd name="connsiteY14" fmla="*/ 98397 h 541582"/>
                  <a:gd name="connsiteX15" fmla="*/ 904505 w 1531151"/>
                  <a:gd name="connsiteY15" fmla="*/ 98397 h 541582"/>
                  <a:gd name="connsiteX16" fmla="*/ 904505 w 1531151"/>
                  <a:gd name="connsiteY16" fmla="*/ 481585 h 541582"/>
                  <a:gd name="connsiteX17" fmla="*/ 626114 w 1531151"/>
                  <a:gd name="connsiteY17" fmla="*/ 481585 h 541582"/>
                  <a:gd name="connsiteX18" fmla="*/ 626114 w 1531151"/>
                  <a:gd name="connsiteY18" fmla="*/ 98397 h 541582"/>
                  <a:gd name="connsiteX19" fmla="*/ 211460 w 1531151"/>
                  <a:gd name="connsiteY19" fmla="*/ 98397 h 541582"/>
                  <a:gd name="connsiteX20" fmla="*/ 489851 w 1531151"/>
                  <a:gd name="connsiteY20" fmla="*/ 98397 h 541582"/>
                  <a:gd name="connsiteX21" fmla="*/ 489851 w 1531151"/>
                  <a:gd name="connsiteY21" fmla="*/ 481585 h 541582"/>
                  <a:gd name="connsiteX22" fmla="*/ 211460 w 1531151"/>
                  <a:gd name="connsiteY22" fmla="*/ 481585 h 541582"/>
                  <a:gd name="connsiteX23" fmla="*/ 211460 w 1531151"/>
                  <a:gd name="connsiteY23" fmla="*/ 98397 h 54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31151" h="541582">
                    <a:moveTo>
                      <a:pt x="63465" y="482651"/>
                    </a:moveTo>
                    <a:lnTo>
                      <a:pt x="0" y="482651"/>
                    </a:lnTo>
                    <a:cubicBezTo>
                      <a:pt x="0" y="482651"/>
                      <a:pt x="0" y="541583"/>
                      <a:pt x="0" y="541583"/>
                    </a:cubicBezTo>
                    <a:lnTo>
                      <a:pt x="1531151" y="541583"/>
                    </a:lnTo>
                    <a:cubicBezTo>
                      <a:pt x="1531151" y="541583"/>
                      <a:pt x="1531151" y="482651"/>
                      <a:pt x="1531151" y="482651"/>
                    </a:cubicBezTo>
                    <a:lnTo>
                      <a:pt x="1467419" y="482651"/>
                    </a:lnTo>
                    <a:lnTo>
                      <a:pt x="1467419" y="0"/>
                    </a:lnTo>
                    <a:cubicBezTo>
                      <a:pt x="1467419" y="0"/>
                      <a:pt x="63465" y="0"/>
                      <a:pt x="63465" y="0"/>
                    </a:cubicBezTo>
                    <a:lnTo>
                      <a:pt x="63465" y="482651"/>
                    </a:lnTo>
                    <a:close/>
                    <a:moveTo>
                      <a:pt x="1040766" y="98397"/>
                    </a:moveTo>
                    <a:lnTo>
                      <a:pt x="1319158" y="98397"/>
                    </a:lnTo>
                    <a:lnTo>
                      <a:pt x="1319158" y="481585"/>
                    </a:lnTo>
                    <a:lnTo>
                      <a:pt x="1040766" y="481585"/>
                    </a:lnTo>
                    <a:lnTo>
                      <a:pt x="1040766" y="98397"/>
                    </a:lnTo>
                    <a:close/>
                    <a:moveTo>
                      <a:pt x="626114" y="98397"/>
                    </a:moveTo>
                    <a:lnTo>
                      <a:pt x="904505" y="98397"/>
                    </a:lnTo>
                    <a:lnTo>
                      <a:pt x="904505" y="481585"/>
                    </a:lnTo>
                    <a:lnTo>
                      <a:pt x="626114" y="481585"/>
                    </a:lnTo>
                    <a:lnTo>
                      <a:pt x="626114" y="98397"/>
                    </a:lnTo>
                    <a:close/>
                    <a:moveTo>
                      <a:pt x="211460" y="98397"/>
                    </a:moveTo>
                    <a:lnTo>
                      <a:pt x="489851" y="98397"/>
                    </a:lnTo>
                    <a:lnTo>
                      <a:pt x="489851" y="481585"/>
                    </a:lnTo>
                    <a:lnTo>
                      <a:pt x="211460" y="481585"/>
                    </a:lnTo>
                    <a:lnTo>
                      <a:pt x="211460" y="9839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n-ea"/>
                </a:endParaRPr>
              </a:p>
            </p:txBody>
          </p:sp>
        </p:grpSp>
      </p:grpSp>
      <p:sp>
        <p:nvSpPr>
          <p:cNvPr id="72" name="任意多边形: 形状 71"/>
          <p:cNvSpPr/>
          <p:nvPr/>
        </p:nvSpPr>
        <p:spPr>
          <a:xfrm>
            <a:off x="2743714" y="3003916"/>
            <a:ext cx="16232370" cy="3854084"/>
          </a:xfrm>
          <a:custGeom>
            <a:avLst/>
            <a:gdLst>
              <a:gd name="connsiteX0" fmla="*/ 2669343 w 5566050"/>
              <a:gd name="connsiteY0" fmla="*/ 0 h 1321558"/>
              <a:gd name="connsiteX1" fmla="*/ 2669876 w 5566050"/>
              <a:gd name="connsiteY1" fmla="*/ 0 h 1321558"/>
              <a:gd name="connsiteX2" fmla="*/ 2808538 w 5566050"/>
              <a:gd name="connsiteY2" fmla="*/ 0 h 1321558"/>
              <a:gd name="connsiteX3" fmla="*/ 2808538 w 5566050"/>
              <a:gd name="connsiteY3" fmla="*/ 163728 h 1321558"/>
              <a:gd name="connsiteX4" fmla="*/ 2903469 w 5566050"/>
              <a:gd name="connsiteY4" fmla="*/ 191194 h 1321558"/>
              <a:gd name="connsiteX5" fmla="*/ 3011732 w 5566050"/>
              <a:gd name="connsiteY5" fmla="*/ 247459 h 1321558"/>
              <a:gd name="connsiteX6" fmla="*/ 3030664 w 5566050"/>
              <a:gd name="connsiteY6" fmla="*/ 262392 h 1321558"/>
              <a:gd name="connsiteX7" fmla="*/ 3030664 w 5566050"/>
              <a:gd name="connsiteY7" fmla="*/ 355189 h 1321558"/>
              <a:gd name="connsiteX8" fmla="*/ 2983999 w 5566050"/>
              <a:gd name="connsiteY8" fmla="*/ 355189 h 1321558"/>
              <a:gd name="connsiteX9" fmla="*/ 2983999 w 5566050"/>
              <a:gd name="connsiteY9" fmla="*/ 380521 h 1321558"/>
              <a:gd name="connsiteX10" fmla="*/ 3470384 w 5566050"/>
              <a:gd name="connsiteY10" fmla="*/ 613314 h 1321558"/>
              <a:gd name="connsiteX11" fmla="*/ 3721575 w 5566050"/>
              <a:gd name="connsiteY11" fmla="*/ 1021300 h 1321558"/>
              <a:gd name="connsiteX12" fmla="*/ 3983434 w 5566050"/>
              <a:gd name="connsiteY12" fmla="*/ 1021300 h 1321558"/>
              <a:gd name="connsiteX13" fmla="*/ 3983434 w 5566050"/>
              <a:gd name="connsiteY13" fmla="*/ 1271959 h 1321558"/>
              <a:gd name="connsiteX14" fmla="*/ 5566050 w 5566050"/>
              <a:gd name="connsiteY14" fmla="*/ 1271959 h 1321558"/>
              <a:gd name="connsiteX15" fmla="*/ 5566050 w 5566050"/>
              <a:gd name="connsiteY15" fmla="*/ 1321291 h 1321558"/>
              <a:gd name="connsiteX16" fmla="*/ 3934102 w 5566050"/>
              <a:gd name="connsiteY16" fmla="*/ 1321291 h 1321558"/>
              <a:gd name="connsiteX17" fmla="*/ 3934102 w 5566050"/>
              <a:gd name="connsiteY17" fmla="*/ 1070632 h 1321558"/>
              <a:gd name="connsiteX18" fmla="*/ 3682910 w 5566050"/>
              <a:gd name="connsiteY18" fmla="*/ 1070632 h 1321558"/>
              <a:gd name="connsiteX19" fmla="*/ 3436518 w 5566050"/>
              <a:gd name="connsiteY19" fmla="*/ 649312 h 1321558"/>
              <a:gd name="connsiteX20" fmla="*/ 2934401 w 5566050"/>
              <a:gd name="connsiteY20" fmla="*/ 421853 h 1321558"/>
              <a:gd name="connsiteX21" fmla="*/ 2934401 w 5566050"/>
              <a:gd name="connsiteY21" fmla="*/ 305857 h 1321558"/>
              <a:gd name="connsiteX22" fmla="*/ 2981066 w 5566050"/>
              <a:gd name="connsiteY22" fmla="*/ 305857 h 1321558"/>
              <a:gd name="connsiteX23" fmla="*/ 2981066 w 5566050"/>
              <a:gd name="connsiteY23" fmla="*/ 286391 h 1321558"/>
              <a:gd name="connsiteX24" fmla="*/ 2885869 w 5566050"/>
              <a:gd name="connsiteY24" fmla="*/ 237326 h 1321558"/>
              <a:gd name="connsiteX25" fmla="*/ 2758940 w 5566050"/>
              <a:gd name="connsiteY25" fmla="*/ 204527 h 1321558"/>
              <a:gd name="connsiteX26" fmla="*/ 2758940 w 5566050"/>
              <a:gd name="connsiteY26" fmla="*/ 39732 h 1321558"/>
              <a:gd name="connsiteX27" fmla="*/ 2718942 w 5566050"/>
              <a:gd name="connsiteY27" fmla="*/ 39732 h 1321558"/>
              <a:gd name="connsiteX28" fmla="*/ 2718942 w 5566050"/>
              <a:gd name="connsiteY28" fmla="*/ 204793 h 1321558"/>
              <a:gd name="connsiteX29" fmla="*/ 2592012 w 5566050"/>
              <a:gd name="connsiteY29" fmla="*/ 237592 h 1321558"/>
              <a:gd name="connsiteX30" fmla="*/ 2496282 w 5566050"/>
              <a:gd name="connsiteY30" fmla="*/ 286657 h 1321558"/>
              <a:gd name="connsiteX31" fmla="*/ 2496282 w 5566050"/>
              <a:gd name="connsiteY31" fmla="*/ 306123 h 1321558"/>
              <a:gd name="connsiteX32" fmla="*/ 2543747 w 5566050"/>
              <a:gd name="connsiteY32" fmla="*/ 306123 h 1321558"/>
              <a:gd name="connsiteX33" fmla="*/ 2543747 w 5566050"/>
              <a:gd name="connsiteY33" fmla="*/ 422120 h 1321558"/>
              <a:gd name="connsiteX34" fmla="*/ 2041630 w 5566050"/>
              <a:gd name="connsiteY34" fmla="*/ 649579 h 1321558"/>
              <a:gd name="connsiteX35" fmla="*/ 1794971 w 5566050"/>
              <a:gd name="connsiteY35" fmla="*/ 1070899 h 1321558"/>
              <a:gd name="connsiteX36" fmla="*/ 1544312 w 5566050"/>
              <a:gd name="connsiteY36" fmla="*/ 1070899 h 1321558"/>
              <a:gd name="connsiteX37" fmla="*/ 1544312 w 5566050"/>
              <a:gd name="connsiteY37" fmla="*/ 1321558 h 1321558"/>
              <a:gd name="connsiteX38" fmla="*/ 0 w 5566050"/>
              <a:gd name="connsiteY38" fmla="*/ 1321558 h 1321558"/>
              <a:gd name="connsiteX39" fmla="*/ 0 w 5566050"/>
              <a:gd name="connsiteY39" fmla="*/ 1272226 h 1321558"/>
              <a:gd name="connsiteX40" fmla="*/ 1494714 w 5566050"/>
              <a:gd name="connsiteY40" fmla="*/ 1272226 h 1321558"/>
              <a:gd name="connsiteX41" fmla="*/ 1494714 w 5566050"/>
              <a:gd name="connsiteY41" fmla="*/ 1021567 h 1321558"/>
              <a:gd name="connsiteX42" fmla="*/ 1754973 w 5566050"/>
              <a:gd name="connsiteY42" fmla="*/ 1021567 h 1321558"/>
              <a:gd name="connsiteX43" fmla="*/ 2006697 w 5566050"/>
              <a:gd name="connsiteY43" fmla="*/ 614380 h 1321558"/>
              <a:gd name="connsiteX44" fmla="*/ 2493882 w 5566050"/>
              <a:gd name="connsiteY44" fmla="*/ 377855 h 1321558"/>
              <a:gd name="connsiteX45" fmla="*/ 2493882 w 5566050"/>
              <a:gd name="connsiteY45" fmla="*/ 355455 h 1321558"/>
              <a:gd name="connsiteX46" fmla="*/ 2446417 w 5566050"/>
              <a:gd name="connsiteY46" fmla="*/ 355455 h 1321558"/>
              <a:gd name="connsiteX47" fmla="*/ 2446417 w 5566050"/>
              <a:gd name="connsiteY47" fmla="*/ 262392 h 1321558"/>
              <a:gd name="connsiteX48" fmla="*/ 2465883 w 5566050"/>
              <a:gd name="connsiteY48" fmla="*/ 247459 h 1321558"/>
              <a:gd name="connsiteX49" fmla="*/ 2574413 w 5566050"/>
              <a:gd name="connsiteY49" fmla="*/ 191461 h 1321558"/>
              <a:gd name="connsiteX50" fmla="*/ 2669343 w 5566050"/>
              <a:gd name="connsiteY50" fmla="*/ 163995 h 132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566050" h="1321558">
                <a:moveTo>
                  <a:pt x="2669343" y="0"/>
                </a:moveTo>
                <a:lnTo>
                  <a:pt x="2669876" y="0"/>
                </a:lnTo>
                <a:cubicBezTo>
                  <a:pt x="2669876" y="0"/>
                  <a:pt x="2808538" y="0"/>
                  <a:pt x="2808538" y="0"/>
                </a:cubicBezTo>
                <a:lnTo>
                  <a:pt x="2808538" y="163728"/>
                </a:lnTo>
                <a:cubicBezTo>
                  <a:pt x="2834404" y="169328"/>
                  <a:pt x="2869603" y="178394"/>
                  <a:pt x="2903469" y="191194"/>
                </a:cubicBezTo>
                <a:cubicBezTo>
                  <a:pt x="2970666" y="216260"/>
                  <a:pt x="3007732" y="244259"/>
                  <a:pt x="3011732" y="247459"/>
                </a:cubicBezTo>
                <a:lnTo>
                  <a:pt x="3030664" y="262392"/>
                </a:lnTo>
                <a:cubicBezTo>
                  <a:pt x="3030664" y="262392"/>
                  <a:pt x="3030664" y="355189"/>
                  <a:pt x="3030664" y="355189"/>
                </a:cubicBezTo>
                <a:lnTo>
                  <a:pt x="2983999" y="355189"/>
                </a:lnTo>
                <a:lnTo>
                  <a:pt x="2983999" y="380521"/>
                </a:lnTo>
                <a:cubicBezTo>
                  <a:pt x="3077329" y="399454"/>
                  <a:pt x="3303456" y="458652"/>
                  <a:pt x="3470384" y="613314"/>
                </a:cubicBezTo>
                <a:cubicBezTo>
                  <a:pt x="3633578" y="764509"/>
                  <a:pt x="3699176" y="942903"/>
                  <a:pt x="3721575" y="1021300"/>
                </a:cubicBezTo>
                <a:cubicBezTo>
                  <a:pt x="3721575" y="1021300"/>
                  <a:pt x="3983434" y="1021300"/>
                  <a:pt x="3983434" y="1021300"/>
                </a:cubicBezTo>
                <a:lnTo>
                  <a:pt x="3983434" y="1271959"/>
                </a:lnTo>
                <a:cubicBezTo>
                  <a:pt x="3983434" y="1271959"/>
                  <a:pt x="5566050" y="1271959"/>
                  <a:pt x="5566050" y="1271959"/>
                </a:cubicBezTo>
                <a:lnTo>
                  <a:pt x="5566050" y="1321291"/>
                </a:lnTo>
                <a:cubicBezTo>
                  <a:pt x="5566050" y="1321291"/>
                  <a:pt x="3934102" y="1321291"/>
                  <a:pt x="3934102" y="1321291"/>
                </a:cubicBezTo>
                <a:lnTo>
                  <a:pt x="3934102" y="1070632"/>
                </a:lnTo>
                <a:lnTo>
                  <a:pt x="3682910" y="1070632"/>
                </a:lnTo>
                <a:cubicBezTo>
                  <a:pt x="3682910" y="1070632"/>
                  <a:pt x="3638912" y="836773"/>
                  <a:pt x="3436518" y="649312"/>
                </a:cubicBezTo>
                <a:cubicBezTo>
                  <a:pt x="3234658" y="462385"/>
                  <a:pt x="2934401" y="421853"/>
                  <a:pt x="2934401" y="421853"/>
                </a:cubicBezTo>
                <a:cubicBezTo>
                  <a:pt x="2934401" y="421853"/>
                  <a:pt x="2934401" y="305857"/>
                  <a:pt x="2934401" y="305857"/>
                </a:cubicBezTo>
                <a:lnTo>
                  <a:pt x="2981066" y="305857"/>
                </a:lnTo>
                <a:lnTo>
                  <a:pt x="2981066" y="286391"/>
                </a:lnTo>
                <a:cubicBezTo>
                  <a:pt x="2981066" y="286391"/>
                  <a:pt x="2948001" y="260525"/>
                  <a:pt x="2885869" y="237326"/>
                </a:cubicBezTo>
                <a:cubicBezTo>
                  <a:pt x="2824805" y="214393"/>
                  <a:pt x="2758940" y="204527"/>
                  <a:pt x="2758940" y="204527"/>
                </a:cubicBezTo>
                <a:lnTo>
                  <a:pt x="2758940" y="39732"/>
                </a:lnTo>
                <a:lnTo>
                  <a:pt x="2718942" y="39732"/>
                </a:lnTo>
                <a:lnTo>
                  <a:pt x="2718942" y="204793"/>
                </a:lnTo>
                <a:cubicBezTo>
                  <a:pt x="2718942" y="204793"/>
                  <a:pt x="2654143" y="214660"/>
                  <a:pt x="2592012" y="237592"/>
                </a:cubicBezTo>
                <a:cubicBezTo>
                  <a:pt x="2530147" y="260792"/>
                  <a:pt x="2496282" y="286657"/>
                  <a:pt x="2496282" y="286657"/>
                </a:cubicBezTo>
                <a:lnTo>
                  <a:pt x="2496282" y="306123"/>
                </a:lnTo>
                <a:cubicBezTo>
                  <a:pt x="2496282" y="306123"/>
                  <a:pt x="2543747" y="306123"/>
                  <a:pt x="2543747" y="306123"/>
                </a:cubicBezTo>
                <a:lnTo>
                  <a:pt x="2543747" y="422120"/>
                </a:lnTo>
                <a:cubicBezTo>
                  <a:pt x="2543747" y="422120"/>
                  <a:pt x="2260290" y="435719"/>
                  <a:pt x="2041630" y="649579"/>
                </a:cubicBezTo>
                <a:cubicBezTo>
                  <a:pt x="1822704" y="863972"/>
                  <a:pt x="1794971" y="1070899"/>
                  <a:pt x="1794971" y="1070899"/>
                </a:cubicBezTo>
                <a:lnTo>
                  <a:pt x="1544312" y="1070899"/>
                </a:lnTo>
                <a:cubicBezTo>
                  <a:pt x="1544312" y="1070899"/>
                  <a:pt x="1544312" y="1321558"/>
                  <a:pt x="1544312" y="1321558"/>
                </a:cubicBezTo>
                <a:lnTo>
                  <a:pt x="0" y="1321558"/>
                </a:lnTo>
                <a:lnTo>
                  <a:pt x="0" y="1272226"/>
                </a:lnTo>
                <a:lnTo>
                  <a:pt x="1494714" y="1272226"/>
                </a:lnTo>
                <a:cubicBezTo>
                  <a:pt x="1494714" y="1272226"/>
                  <a:pt x="1494714" y="1021567"/>
                  <a:pt x="1494714" y="1021567"/>
                </a:cubicBezTo>
                <a:lnTo>
                  <a:pt x="1754973" y="1021567"/>
                </a:lnTo>
                <a:cubicBezTo>
                  <a:pt x="1774972" y="946103"/>
                  <a:pt x="1835503" y="782108"/>
                  <a:pt x="2006697" y="614380"/>
                </a:cubicBezTo>
                <a:cubicBezTo>
                  <a:pt x="2184292" y="440519"/>
                  <a:pt x="2400018" y="391454"/>
                  <a:pt x="2493882" y="377855"/>
                </a:cubicBezTo>
                <a:lnTo>
                  <a:pt x="2493882" y="355455"/>
                </a:lnTo>
                <a:cubicBezTo>
                  <a:pt x="2493882" y="355455"/>
                  <a:pt x="2446417" y="355455"/>
                  <a:pt x="2446417" y="355455"/>
                </a:cubicBezTo>
                <a:lnTo>
                  <a:pt x="2446417" y="262392"/>
                </a:lnTo>
                <a:lnTo>
                  <a:pt x="2465883" y="247459"/>
                </a:lnTo>
                <a:cubicBezTo>
                  <a:pt x="2469882" y="244525"/>
                  <a:pt x="2507481" y="216526"/>
                  <a:pt x="2574413" y="191461"/>
                </a:cubicBezTo>
                <a:cubicBezTo>
                  <a:pt x="2608812" y="178661"/>
                  <a:pt x="2643477" y="169595"/>
                  <a:pt x="2669343" y="163995"/>
                </a:cubicBezTo>
                <a:close/>
              </a:path>
            </a:pathLst>
          </a:custGeom>
          <a:gradFill flip="none" rotWithShape="1">
            <a:gsLst>
              <a:gs pos="16000">
                <a:schemeClr val="bg1">
                  <a:alpha val="0"/>
                </a:schemeClr>
              </a:gs>
              <a:gs pos="32000">
                <a:schemeClr val="bg1"/>
              </a:gs>
            </a:gsLst>
            <a:lin ang="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D0BEEF-7A5A-541A-9D80-CB5B736DD829}"/>
              </a:ext>
            </a:extLst>
          </p:cNvPr>
          <p:cNvSpPr txBox="1"/>
          <p:nvPr/>
        </p:nvSpPr>
        <p:spPr>
          <a:xfrm>
            <a:off x="1712363" y="4829977"/>
            <a:ext cx="256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</a:rPr>
              <a:t>日期：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</a:rPr>
              <a:t>2026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</a:rPr>
              <a:t>年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</a:rPr>
              <a:t>9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</a:rPr>
              <a:t>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</a:rPr>
              <a:t>23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</a:rPr>
              <a:t>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970B8B-38EE-5B02-F36F-345B8D3651A2}"/>
              </a:ext>
            </a:extLst>
          </p:cNvPr>
          <p:cNvSpPr txBox="1"/>
          <p:nvPr/>
        </p:nvSpPr>
        <p:spPr>
          <a:xfrm>
            <a:off x="1712363" y="448947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</a:rPr>
              <a:t>汇报人：</a:t>
            </a:r>
            <a:r>
              <a:rPr lang="zh-CN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郑顺艺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58893" y="437197"/>
            <a:ext cx="2051844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车模结构</a:t>
            </a:r>
          </a:p>
        </p:txBody>
      </p:sp>
      <p:sp>
        <p:nvSpPr>
          <p:cNvPr id="21" name="平行四边形 20"/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1B0F18D3-94F7-50B3-7036-485659C4A0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230"/>
          <a:stretch>
            <a:fillRect/>
          </a:stretch>
        </p:blipFill>
        <p:spPr>
          <a:xfrm>
            <a:off x="1473200" y="1635669"/>
            <a:ext cx="4478770" cy="3790406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7E1A7816-EB6C-0E0E-9A44-8A1C9D8E24EE}"/>
              </a:ext>
            </a:extLst>
          </p:cNvPr>
          <p:cNvGrpSpPr/>
          <p:nvPr/>
        </p:nvGrpSpPr>
        <p:grpSpPr>
          <a:xfrm>
            <a:off x="6045200" y="1635669"/>
            <a:ext cx="4345321" cy="3942806"/>
            <a:chOff x="4724400" y="1467394"/>
            <a:chExt cx="4345321" cy="394280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7072202-7351-A35F-EE32-83F8EA6F4D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773" t="6762" r="9239" b="-3381"/>
            <a:stretch>
              <a:fillRect/>
            </a:stretch>
          </p:blipFill>
          <p:spPr>
            <a:xfrm>
              <a:off x="4724400" y="1467394"/>
              <a:ext cx="4298392" cy="3942806"/>
            </a:xfrm>
            <a:prstGeom prst="rect">
              <a:avLst/>
            </a:prstGeom>
          </p:spPr>
        </p:pic>
        <p:sp>
          <p:nvSpPr>
            <p:cNvPr id="7" name="下箭头 41">
              <a:extLst>
                <a:ext uri="{FF2B5EF4-FFF2-40B4-BE49-F238E27FC236}">
                  <a16:creationId xmlns:a16="http://schemas.microsoft.com/office/drawing/2014/main" id="{282E6CE1-2CD0-A057-A577-96387DDC93F6}"/>
                </a:ext>
              </a:extLst>
            </p:cNvPr>
            <p:cNvSpPr/>
            <p:nvPr/>
          </p:nvSpPr>
          <p:spPr>
            <a:xfrm rot="20541614">
              <a:off x="6054282" y="3853691"/>
              <a:ext cx="203003" cy="762000"/>
            </a:xfrm>
            <a:prstGeom prst="down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7421FE5-4A97-F270-F733-AEE77BAC63D1}"/>
                </a:ext>
              </a:extLst>
            </p:cNvPr>
            <p:cNvSpPr txBox="1"/>
            <p:nvPr/>
          </p:nvSpPr>
          <p:spPr>
            <a:xfrm>
              <a:off x="5943599" y="4680813"/>
              <a:ext cx="805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驱动板</a:t>
              </a:r>
            </a:p>
          </p:txBody>
        </p:sp>
        <p:sp>
          <p:nvSpPr>
            <p:cNvPr id="9" name="下箭头 43">
              <a:extLst>
                <a:ext uri="{FF2B5EF4-FFF2-40B4-BE49-F238E27FC236}">
                  <a16:creationId xmlns:a16="http://schemas.microsoft.com/office/drawing/2014/main" id="{DFCC304E-B146-5ADF-6B78-BB33CA0E9206}"/>
                </a:ext>
              </a:extLst>
            </p:cNvPr>
            <p:cNvSpPr/>
            <p:nvPr/>
          </p:nvSpPr>
          <p:spPr>
            <a:xfrm rot="20541614">
              <a:off x="5240178" y="4310281"/>
              <a:ext cx="170142" cy="528523"/>
            </a:xfrm>
            <a:prstGeom prst="down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E1CBFDA-D921-70C4-3AFF-0030A4B936FD}"/>
                </a:ext>
              </a:extLst>
            </p:cNvPr>
            <p:cNvSpPr txBox="1"/>
            <p:nvPr/>
          </p:nvSpPr>
          <p:spPr>
            <a:xfrm>
              <a:off x="4959788" y="4792625"/>
              <a:ext cx="805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编码器</a:t>
              </a:r>
            </a:p>
          </p:txBody>
        </p:sp>
        <p:sp>
          <p:nvSpPr>
            <p:cNvPr id="14" name="下箭头 45">
              <a:extLst>
                <a:ext uri="{FF2B5EF4-FFF2-40B4-BE49-F238E27FC236}">
                  <a16:creationId xmlns:a16="http://schemas.microsoft.com/office/drawing/2014/main" id="{254DC1E8-11AD-DACA-AA2B-0B057A2EF338}"/>
                </a:ext>
              </a:extLst>
            </p:cNvPr>
            <p:cNvSpPr/>
            <p:nvPr/>
          </p:nvSpPr>
          <p:spPr>
            <a:xfrm rot="20541614">
              <a:off x="7381693" y="3848609"/>
              <a:ext cx="203003" cy="762000"/>
            </a:xfrm>
            <a:prstGeom prst="down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79DDECE-C851-EF1A-A851-58984D3BB399}"/>
                </a:ext>
              </a:extLst>
            </p:cNvPr>
            <p:cNvSpPr txBox="1"/>
            <p:nvPr/>
          </p:nvSpPr>
          <p:spPr>
            <a:xfrm>
              <a:off x="7271010" y="4574542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电池</a:t>
              </a:r>
            </a:p>
          </p:txBody>
        </p:sp>
        <p:sp>
          <p:nvSpPr>
            <p:cNvPr id="16" name="下箭头 47">
              <a:extLst>
                <a:ext uri="{FF2B5EF4-FFF2-40B4-BE49-F238E27FC236}">
                  <a16:creationId xmlns:a16="http://schemas.microsoft.com/office/drawing/2014/main" id="{8BA7B27D-7FB9-F759-9391-7DB5FE1D7008}"/>
                </a:ext>
              </a:extLst>
            </p:cNvPr>
            <p:cNvSpPr/>
            <p:nvPr/>
          </p:nvSpPr>
          <p:spPr>
            <a:xfrm rot="18137414">
              <a:off x="7919400" y="3170826"/>
              <a:ext cx="170241" cy="640091"/>
            </a:xfrm>
            <a:prstGeom prst="down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5D31BCF-0C15-986E-1235-1EFD8CC7EF8B}"/>
                </a:ext>
              </a:extLst>
            </p:cNvPr>
            <p:cNvSpPr txBox="1"/>
            <p:nvPr/>
          </p:nvSpPr>
          <p:spPr>
            <a:xfrm>
              <a:off x="8114653" y="3666488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主板</a:t>
              </a:r>
            </a:p>
          </p:txBody>
        </p:sp>
        <p:sp>
          <p:nvSpPr>
            <p:cNvPr id="19" name="下箭头 49">
              <a:extLst>
                <a:ext uri="{FF2B5EF4-FFF2-40B4-BE49-F238E27FC236}">
                  <a16:creationId xmlns:a16="http://schemas.microsoft.com/office/drawing/2014/main" id="{CE7D1971-07C6-B659-B1EE-50B5B0876812}"/>
                </a:ext>
              </a:extLst>
            </p:cNvPr>
            <p:cNvSpPr/>
            <p:nvPr/>
          </p:nvSpPr>
          <p:spPr>
            <a:xfrm rot="18137414">
              <a:off x="8235423" y="2320046"/>
              <a:ext cx="170241" cy="640091"/>
            </a:xfrm>
            <a:prstGeom prst="down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E9AF419-0C03-9D43-647F-26DCBFC6184C}"/>
                </a:ext>
              </a:extLst>
            </p:cNvPr>
            <p:cNvSpPr txBox="1"/>
            <p:nvPr/>
          </p:nvSpPr>
          <p:spPr>
            <a:xfrm>
              <a:off x="8413773" y="2789306"/>
              <a:ext cx="5982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舵机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31566AF-2FF4-CA4E-AA99-FFF5ABC79E29}"/>
                </a:ext>
              </a:extLst>
            </p:cNvPr>
            <p:cNvSpPr txBox="1"/>
            <p:nvPr/>
          </p:nvSpPr>
          <p:spPr>
            <a:xfrm>
              <a:off x="8356064" y="4961902"/>
              <a:ext cx="7136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车模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D1E6B-BF0A-55C0-032C-AA0E8788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6EB63B60-FECC-C058-E59A-4FFAB6FE8471}"/>
              </a:ext>
            </a:extLst>
          </p:cNvPr>
          <p:cNvSpPr txBox="1"/>
          <p:nvPr/>
        </p:nvSpPr>
        <p:spPr>
          <a:xfrm>
            <a:off x="658893" y="437197"/>
            <a:ext cx="4448334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车模结构（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C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车模）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8981DF8A-A588-22C0-2FA3-F99306772E75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943F929-66F0-60BE-EF53-C82D8BF29C9B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EC9F8DE-3CDF-3AE5-09BA-BE137EF25100}"/>
              </a:ext>
            </a:extLst>
          </p:cNvPr>
          <p:cNvSpPr txBox="1"/>
          <p:nvPr/>
        </p:nvSpPr>
        <p:spPr>
          <a:xfrm>
            <a:off x="1259258" y="2628770"/>
            <a:ext cx="4064000" cy="3192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车体部分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车架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前后轮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舵机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后驱电机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编码器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摄像头及其支架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BC4A01-4DCC-C4F5-4B0C-2F7C19EFE542}"/>
              </a:ext>
            </a:extLst>
          </p:cNvPr>
          <p:cNvSpPr txBox="1"/>
          <p:nvPr/>
        </p:nvSpPr>
        <p:spPr>
          <a:xfrm>
            <a:off x="6924728" y="3072000"/>
            <a:ext cx="4064000" cy="230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控制部分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电池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主板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核心板</a:t>
            </a:r>
          </a:p>
          <a:p>
            <a:pPr algn="ctr">
              <a:lnSpc>
                <a:spcPct val="120000"/>
              </a:lnSpc>
            </a:pP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驱动板</a:t>
            </a:r>
          </a:p>
        </p:txBody>
      </p:sp>
      <p:sp>
        <p:nvSpPr>
          <p:cNvPr id="10" name="右弧形箭头 10">
            <a:extLst>
              <a:ext uri="{FF2B5EF4-FFF2-40B4-BE49-F238E27FC236}">
                <a16:creationId xmlns:a16="http://schemas.microsoft.com/office/drawing/2014/main" id="{2F1CBC10-270B-8E05-410A-206704405A1E}"/>
              </a:ext>
            </a:extLst>
          </p:cNvPr>
          <p:cNvSpPr/>
          <p:nvPr/>
        </p:nvSpPr>
        <p:spPr>
          <a:xfrm>
            <a:off x="9442503" y="4209920"/>
            <a:ext cx="371475" cy="554355"/>
          </a:xfrm>
          <a:prstGeom prst="curvedLeftArrow">
            <a:avLst/>
          </a:prstGeom>
          <a:solidFill>
            <a:srgbClr val="4874C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左弧形箭头 11">
            <a:extLst>
              <a:ext uri="{FF2B5EF4-FFF2-40B4-BE49-F238E27FC236}">
                <a16:creationId xmlns:a16="http://schemas.microsoft.com/office/drawing/2014/main" id="{D877AFDB-EBAF-5F0F-9EF3-22CA81D874A7}"/>
              </a:ext>
            </a:extLst>
          </p:cNvPr>
          <p:cNvSpPr/>
          <p:nvPr/>
        </p:nvSpPr>
        <p:spPr>
          <a:xfrm rot="10620000">
            <a:off x="9867318" y="4201030"/>
            <a:ext cx="371475" cy="554355"/>
          </a:xfrm>
          <a:prstGeom prst="curved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右弧形箭头 12">
            <a:extLst>
              <a:ext uri="{FF2B5EF4-FFF2-40B4-BE49-F238E27FC236}">
                <a16:creationId xmlns:a16="http://schemas.microsoft.com/office/drawing/2014/main" id="{D9F7136F-0A9F-CBFF-07F3-21ECC0B17758}"/>
              </a:ext>
            </a:extLst>
          </p:cNvPr>
          <p:cNvSpPr/>
          <p:nvPr/>
        </p:nvSpPr>
        <p:spPr>
          <a:xfrm>
            <a:off x="10292133" y="4270245"/>
            <a:ext cx="371475" cy="925195"/>
          </a:xfrm>
          <a:prstGeom prst="curved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右弧形箭头 14">
            <a:extLst>
              <a:ext uri="{FF2B5EF4-FFF2-40B4-BE49-F238E27FC236}">
                <a16:creationId xmlns:a16="http://schemas.microsoft.com/office/drawing/2014/main" id="{B11A3A6B-00B2-7F45-3447-A01F74AF0787}"/>
              </a:ext>
            </a:extLst>
          </p:cNvPr>
          <p:cNvSpPr/>
          <p:nvPr/>
        </p:nvSpPr>
        <p:spPr>
          <a:xfrm>
            <a:off x="9442503" y="3715890"/>
            <a:ext cx="371475" cy="475615"/>
          </a:xfrm>
          <a:prstGeom prst="curved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右弧形箭头 15">
            <a:extLst>
              <a:ext uri="{FF2B5EF4-FFF2-40B4-BE49-F238E27FC236}">
                <a16:creationId xmlns:a16="http://schemas.microsoft.com/office/drawing/2014/main" id="{08CC2C5C-811D-D873-7423-19F90395E8B4}"/>
              </a:ext>
            </a:extLst>
          </p:cNvPr>
          <p:cNvSpPr/>
          <p:nvPr/>
        </p:nvSpPr>
        <p:spPr>
          <a:xfrm>
            <a:off x="10563278" y="3782565"/>
            <a:ext cx="371475" cy="1412875"/>
          </a:xfrm>
          <a:prstGeom prst="curved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EFC27E3-3B5D-DB27-88B6-4C9091A84E6C}"/>
              </a:ext>
            </a:extLst>
          </p:cNvPr>
          <p:cNvCxnSpPr/>
          <p:nvPr/>
        </p:nvCxnSpPr>
        <p:spPr>
          <a:xfrm flipH="1" flipV="1">
            <a:off x="3931973" y="4712205"/>
            <a:ext cx="4486275" cy="414655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357DACB-F50C-103E-185E-3C1A2F2ABE17}"/>
              </a:ext>
            </a:extLst>
          </p:cNvPr>
          <p:cNvCxnSpPr/>
          <p:nvPr/>
        </p:nvCxnSpPr>
        <p:spPr>
          <a:xfrm flipH="1" flipV="1">
            <a:off x="3686863" y="4209920"/>
            <a:ext cx="4890135" cy="14605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6C1CC3F-F28B-EAD9-2E9C-FC711EC2FE55}"/>
              </a:ext>
            </a:extLst>
          </p:cNvPr>
          <p:cNvCxnSpPr/>
          <p:nvPr/>
        </p:nvCxnSpPr>
        <p:spPr>
          <a:xfrm flipH="1" flipV="1">
            <a:off x="3688133" y="4291200"/>
            <a:ext cx="4852035" cy="24765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68D0344-E008-1EC6-8755-7AFCFBDDCDE7}"/>
              </a:ext>
            </a:extLst>
          </p:cNvPr>
          <p:cNvCxnSpPr/>
          <p:nvPr/>
        </p:nvCxnSpPr>
        <p:spPr>
          <a:xfrm flipV="1">
            <a:off x="3961183" y="4209920"/>
            <a:ext cx="4602480" cy="89217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D59B6BA-C7DD-2B1C-DB55-F0C901DFB253}"/>
              </a:ext>
            </a:extLst>
          </p:cNvPr>
          <p:cNvCxnSpPr/>
          <p:nvPr/>
        </p:nvCxnSpPr>
        <p:spPr>
          <a:xfrm flipV="1">
            <a:off x="4434258" y="4196585"/>
            <a:ext cx="4134485" cy="128079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右弧形箭头 19">
            <a:extLst>
              <a:ext uri="{FF2B5EF4-FFF2-40B4-BE49-F238E27FC236}">
                <a16:creationId xmlns:a16="http://schemas.microsoft.com/office/drawing/2014/main" id="{E4AD7486-0E8B-D62C-F553-DB7391031940}"/>
              </a:ext>
            </a:extLst>
          </p:cNvPr>
          <p:cNvSpPr/>
          <p:nvPr/>
        </p:nvSpPr>
        <p:spPr>
          <a:xfrm rot="10800000">
            <a:off x="2300023" y="3782565"/>
            <a:ext cx="371475" cy="554355"/>
          </a:xfrm>
          <a:prstGeom prst="curvedLef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右弧形箭头 20">
            <a:extLst>
              <a:ext uri="{FF2B5EF4-FFF2-40B4-BE49-F238E27FC236}">
                <a16:creationId xmlns:a16="http://schemas.microsoft.com/office/drawing/2014/main" id="{A7A4259D-7405-79BB-FDC5-61C777BF5BD6}"/>
              </a:ext>
            </a:extLst>
          </p:cNvPr>
          <p:cNvSpPr/>
          <p:nvPr/>
        </p:nvSpPr>
        <p:spPr>
          <a:xfrm rot="10800000">
            <a:off x="1928548" y="3781930"/>
            <a:ext cx="371475" cy="963930"/>
          </a:xfrm>
          <a:prstGeom prst="curvedLef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圆角矩形 21">
            <a:extLst>
              <a:ext uri="{FF2B5EF4-FFF2-40B4-BE49-F238E27FC236}">
                <a16:creationId xmlns:a16="http://schemas.microsoft.com/office/drawing/2014/main" id="{D8930ADE-7CE0-B6E1-B330-361F8B7452D7}"/>
              </a:ext>
            </a:extLst>
          </p:cNvPr>
          <p:cNvSpPr/>
          <p:nvPr/>
        </p:nvSpPr>
        <p:spPr>
          <a:xfrm>
            <a:off x="4511093" y="1450845"/>
            <a:ext cx="1529715" cy="528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</a:rPr>
              <a:t>采集信号</a:t>
            </a:r>
          </a:p>
        </p:txBody>
      </p:sp>
      <p:sp>
        <p:nvSpPr>
          <p:cNvPr id="34" name="圆角矩形 25">
            <a:extLst>
              <a:ext uri="{FF2B5EF4-FFF2-40B4-BE49-F238E27FC236}">
                <a16:creationId xmlns:a16="http://schemas.microsoft.com/office/drawing/2014/main" id="{4ED72626-7A65-2931-53E8-F6F7C2D47E6A}"/>
              </a:ext>
            </a:extLst>
          </p:cNvPr>
          <p:cNvSpPr/>
          <p:nvPr/>
        </p:nvSpPr>
        <p:spPr>
          <a:xfrm>
            <a:off x="6125263" y="1450845"/>
            <a:ext cx="1529715" cy="52832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控制信号</a:t>
            </a:r>
          </a:p>
        </p:txBody>
      </p:sp>
      <p:sp>
        <p:nvSpPr>
          <p:cNvPr id="35" name="圆角矩形 26">
            <a:extLst>
              <a:ext uri="{FF2B5EF4-FFF2-40B4-BE49-F238E27FC236}">
                <a16:creationId xmlns:a16="http://schemas.microsoft.com/office/drawing/2014/main" id="{7200B076-FBE4-92DC-0E80-8E9F18FA1476}"/>
              </a:ext>
            </a:extLst>
          </p:cNvPr>
          <p:cNvSpPr/>
          <p:nvPr/>
        </p:nvSpPr>
        <p:spPr>
          <a:xfrm>
            <a:off x="7740068" y="1450845"/>
            <a:ext cx="1529715" cy="528320"/>
          </a:xfrm>
          <a:prstGeom prst="roundRect">
            <a:avLst/>
          </a:prstGeom>
          <a:solidFill>
            <a:srgbClr val="B0212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驱动电流</a:t>
            </a:r>
          </a:p>
        </p:txBody>
      </p:sp>
      <p:sp>
        <p:nvSpPr>
          <p:cNvPr id="36" name="圆角矩形 27">
            <a:extLst>
              <a:ext uri="{FF2B5EF4-FFF2-40B4-BE49-F238E27FC236}">
                <a16:creationId xmlns:a16="http://schemas.microsoft.com/office/drawing/2014/main" id="{CC008A69-D929-A89A-D633-D8D33F430863}"/>
              </a:ext>
            </a:extLst>
          </p:cNvPr>
          <p:cNvSpPr/>
          <p:nvPr/>
        </p:nvSpPr>
        <p:spPr>
          <a:xfrm>
            <a:off x="9354873" y="1450845"/>
            <a:ext cx="1529715" cy="52832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物理控制</a:t>
            </a:r>
          </a:p>
        </p:txBody>
      </p:sp>
    </p:spTree>
    <p:extLst>
      <p:ext uri="{BB962C8B-B14F-4D97-AF65-F5344CB8AC3E}">
        <p14:creationId xmlns:p14="http://schemas.microsoft.com/office/powerpoint/2010/main" val="2728066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9833-9D62-5581-4892-3F3EF891B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DF74A48-1CAE-7D20-F1AF-D1B730E7423A}"/>
              </a:ext>
            </a:extLst>
          </p:cNvPr>
          <p:cNvSpPr txBox="1"/>
          <p:nvPr/>
        </p:nvSpPr>
        <p:spPr>
          <a:xfrm>
            <a:off x="658893" y="437197"/>
            <a:ext cx="2063963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整体流程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813C8B9D-2CA0-871F-8A6F-E8BD5F461182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5888800-E12F-4D25-944C-8F622DABACA0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74F76AC-20A9-B9AA-04F8-4BC9FCB47314}"/>
              </a:ext>
            </a:extLst>
          </p:cNvPr>
          <p:cNvGrpSpPr/>
          <p:nvPr/>
        </p:nvGrpSpPr>
        <p:grpSpPr>
          <a:xfrm>
            <a:off x="1131704" y="1829526"/>
            <a:ext cx="5733671" cy="4123540"/>
            <a:chOff x="255404" y="1519646"/>
            <a:chExt cx="5733671" cy="412354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90F52C5-DD77-89DE-A4EB-27C6B728AD23}"/>
                </a:ext>
              </a:extLst>
            </p:cNvPr>
            <p:cNvSpPr txBox="1"/>
            <p:nvPr/>
          </p:nvSpPr>
          <p:spPr>
            <a:xfrm>
              <a:off x="2491889" y="5243076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实际赛道</a:t>
              </a: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24196A3-2CE3-A5CC-CC66-6D8C02F0D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404" y="1519646"/>
              <a:ext cx="5733671" cy="3719076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83F5D5D-FE40-1C08-2C0D-77BC35024F0F}"/>
                </a:ext>
              </a:extLst>
            </p:cNvPr>
            <p:cNvSpPr txBox="1"/>
            <p:nvPr/>
          </p:nvSpPr>
          <p:spPr>
            <a:xfrm>
              <a:off x="3832950" y="241667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弯道</a:t>
              </a:r>
            </a:p>
          </p:txBody>
        </p:sp>
        <p:sp>
          <p:nvSpPr>
            <p:cNvPr id="12" name="右箭头 8">
              <a:extLst>
                <a:ext uri="{FF2B5EF4-FFF2-40B4-BE49-F238E27FC236}">
                  <a16:creationId xmlns:a16="http://schemas.microsoft.com/office/drawing/2014/main" id="{211DCAB1-27CC-3DE6-7A49-CD933D3735FC}"/>
                </a:ext>
              </a:extLst>
            </p:cNvPr>
            <p:cNvSpPr/>
            <p:nvPr/>
          </p:nvSpPr>
          <p:spPr>
            <a:xfrm rot="10287247">
              <a:off x="4473737" y="2447910"/>
              <a:ext cx="721727" cy="24301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6771D71-8AAF-C11F-11B2-D950BAAD8A02}"/>
                </a:ext>
              </a:extLst>
            </p:cNvPr>
            <p:cNvSpPr txBox="1"/>
            <p:nvPr/>
          </p:nvSpPr>
          <p:spPr>
            <a:xfrm>
              <a:off x="4958082" y="2860757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环岛</a:t>
              </a:r>
            </a:p>
          </p:txBody>
        </p:sp>
        <p:sp>
          <p:nvSpPr>
            <p:cNvPr id="25" name="右箭头 39">
              <a:extLst>
                <a:ext uri="{FF2B5EF4-FFF2-40B4-BE49-F238E27FC236}">
                  <a16:creationId xmlns:a16="http://schemas.microsoft.com/office/drawing/2014/main" id="{DE652629-F137-F36F-5EC8-4A800CA3422D}"/>
                </a:ext>
              </a:extLst>
            </p:cNvPr>
            <p:cNvSpPr/>
            <p:nvPr/>
          </p:nvSpPr>
          <p:spPr>
            <a:xfrm rot="16926221">
              <a:off x="4616917" y="3528025"/>
              <a:ext cx="921110" cy="304800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CE228D03-CE89-9587-9825-894345ABF855}"/>
                </a:ext>
              </a:extLst>
            </p:cNvPr>
            <p:cNvSpPr txBox="1"/>
            <p:nvPr/>
          </p:nvSpPr>
          <p:spPr>
            <a:xfrm>
              <a:off x="1836935" y="3063631"/>
              <a:ext cx="881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十字路</a:t>
              </a:r>
            </a:p>
          </p:txBody>
        </p:sp>
        <p:sp>
          <p:nvSpPr>
            <p:cNvPr id="27" name="右箭头 41">
              <a:extLst>
                <a:ext uri="{FF2B5EF4-FFF2-40B4-BE49-F238E27FC236}">
                  <a16:creationId xmlns:a16="http://schemas.microsoft.com/office/drawing/2014/main" id="{04BF5420-6D64-FE72-DBC5-9810E5D2A959}"/>
                </a:ext>
              </a:extLst>
            </p:cNvPr>
            <p:cNvSpPr/>
            <p:nvPr/>
          </p:nvSpPr>
          <p:spPr>
            <a:xfrm rot="9268106">
              <a:off x="2686684" y="2966667"/>
              <a:ext cx="702674" cy="285906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0F81FBC-7380-209D-7478-ACD4B99F0F76}"/>
                </a:ext>
              </a:extLst>
            </p:cNvPr>
            <p:cNvSpPr txBox="1"/>
            <p:nvPr/>
          </p:nvSpPr>
          <p:spPr>
            <a:xfrm>
              <a:off x="609600" y="3680425"/>
              <a:ext cx="881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长直道</a:t>
              </a:r>
            </a:p>
          </p:txBody>
        </p:sp>
        <p:sp>
          <p:nvSpPr>
            <p:cNvPr id="29" name="右箭头 43">
              <a:extLst>
                <a:ext uri="{FF2B5EF4-FFF2-40B4-BE49-F238E27FC236}">
                  <a16:creationId xmlns:a16="http://schemas.microsoft.com/office/drawing/2014/main" id="{440FBABC-FFC5-B0E7-0355-F8A67EF7AEE1}"/>
                </a:ext>
              </a:extLst>
            </p:cNvPr>
            <p:cNvSpPr/>
            <p:nvPr/>
          </p:nvSpPr>
          <p:spPr>
            <a:xfrm rot="5400000">
              <a:off x="808348" y="3153176"/>
              <a:ext cx="702674" cy="285906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任意多边形 12">
              <a:extLst>
                <a:ext uri="{FF2B5EF4-FFF2-40B4-BE49-F238E27FC236}">
                  <a16:creationId xmlns:a16="http://schemas.microsoft.com/office/drawing/2014/main" id="{157B99A0-DB29-C16E-66F3-4A70B9696108}"/>
                </a:ext>
              </a:extLst>
            </p:cNvPr>
            <p:cNvSpPr/>
            <p:nvPr/>
          </p:nvSpPr>
          <p:spPr>
            <a:xfrm>
              <a:off x="3657601" y="3647467"/>
              <a:ext cx="2229394" cy="1409292"/>
            </a:xfrm>
            <a:custGeom>
              <a:avLst/>
              <a:gdLst>
                <a:gd name="connsiteX0" fmla="*/ 0 w 1994263"/>
                <a:gd name="connsiteY0" fmla="*/ 1117385 h 1323469"/>
                <a:gd name="connsiteX1" fmla="*/ 888275 w 1994263"/>
                <a:gd name="connsiteY1" fmla="*/ 1108677 h 1323469"/>
                <a:gd name="connsiteX2" fmla="*/ 957943 w 1994263"/>
                <a:gd name="connsiteY2" fmla="*/ 1099968 h 1323469"/>
                <a:gd name="connsiteX3" fmla="*/ 1053738 w 1994263"/>
                <a:gd name="connsiteY3" fmla="*/ 1082551 h 1323469"/>
                <a:gd name="connsiteX4" fmla="*/ 1079863 w 1994263"/>
                <a:gd name="connsiteY4" fmla="*/ 1073842 h 1323469"/>
                <a:gd name="connsiteX5" fmla="*/ 1158240 w 1994263"/>
                <a:gd name="connsiteY5" fmla="*/ 1065134 h 1323469"/>
                <a:gd name="connsiteX6" fmla="*/ 1193075 w 1994263"/>
                <a:gd name="connsiteY6" fmla="*/ 1056425 h 1323469"/>
                <a:gd name="connsiteX7" fmla="*/ 1384663 w 1994263"/>
                <a:gd name="connsiteY7" fmla="*/ 1039008 h 1323469"/>
                <a:gd name="connsiteX8" fmla="*/ 1480458 w 1994263"/>
                <a:gd name="connsiteY8" fmla="*/ 1021591 h 1323469"/>
                <a:gd name="connsiteX9" fmla="*/ 1515292 w 1994263"/>
                <a:gd name="connsiteY9" fmla="*/ 1012882 h 1323469"/>
                <a:gd name="connsiteX10" fmla="*/ 1567543 w 1994263"/>
                <a:gd name="connsiteY10" fmla="*/ 995465 h 1323469"/>
                <a:gd name="connsiteX11" fmla="*/ 1593669 w 1994263"/>
                <a:gd name="connsiteY11" fmla="*/ 986757 h 1323469"/>
                <a:gd name="connsiteX12" fmla="*/ 1645920 w 1994263"/>
                <a:gd name="connsiteY12" fmla="*/ 978048 h 1323469"/>
                <a:gd name="connsiteX13" fmla="*/ 1680755 w 1994263"/>
                <a:gd name="connsiteY13" fmla="*/ 960631 h 1323469"/>
                <a:gd name="connsiteX14" fmla="*/ 1715589 w 1994263"/>
                <a:gd name="connsiteY14" fmla="*/ 951922 h 1323469"/>
                <a:gd name="connsiteX15" fmla="*/ 1811383 w 1994263"/>
                <a:gd name="connsiteY15" fmla="*/ 908380 h 1323469"/>
                <a:gd name="connsiteX16" fmla="*/ 1854926 w 1994263"/>
                <a:gd name="connsiteY16" fmla="*/ 873545 h 1323469"/>
                <a:gd name="connsiteX17" fmla="*/ 1898469 w 1994263"/>
                <a:gd name="connsiteY17" fmla="*/ 830002 h 1323469"/>
                <a:gd name="connsiteX18" fmla="*/ 1924595 w 1994263"/>
                <a:gd name="connsiteY18" fmla="*/ 803877 h 1323469"/>
                <a:gd name="connsiteX19" fmla="*/ 1950720 w 1994263"/>
                <a:gd name="connsiteY19" fmla="*/ 777751 h 1323469"/>
                <a:gd name="connsiteX20" fmla="*/ 1994263 w 1994263"/>
                <a:gd name="connsiteY20" fmla="*/ 725500 h 1323469"/>
                <a:gd name="connsiteX21" fmla="*/ 1985555 w 1994263"/>
                <a:gd name="connsiteY21" fmla="*/ 507785 h 1323469"/>
                <a:gd name="connsiteX22" fmla="*/ 1976846 w 1994263"/>
                <a:gd name="connsiteY22" fmla="*/ 464242 h 1323469"/>
                <a:gd name="connsiteX23" fmla="*/ 1907178 w 1994263"/>
                <a:gd name="connsiteY23" fmla="*/ 385865 h 1323469"/>
                <a:gd name="connsiteX24" fmla="*/ 1837509 w 1994263"/>
                <a:gd name="connsiteY24" fmla="*/ 316197 h 1323469"/>
                <a:gd name="connsiteX25" fmla="*/ 1820092 w 1994263"/>
                <a:gd name="connsiteY25" fmla="*/ 290071 h 1323469"/>
                <a:gd name="connsiteX26" fmla="*/ 1741715 w 1994263"/>
                <a:gd name="connsiteY26" fmla="*/ 229111 h 1323469"/>
                <a:gd name="connsiteX27" fmla="*/ 1689463 w 1994263"/>
                <a:gd name="connsiteY27" fmla="*/ 202985 h 1323469"/>
                <a:gd name="connsiteX28" fmla="*/ 1628503 w 1994263"/>
                <a:gd name="connsiteY28" fmla="*/ 168151 h 1323469"/>
                <a:gd name="connsiteX29" fmla="*/ 1602378 w 1994263"/>
                <a:gd name="connsiteY29" fmla="*/ 150734 h 1323469"/>
                <a:gd name="connsiteX30" fmla="*/ 1497875 w 1994263"/>
                <a:gd name="connsiteY30" fmla="*/ 124608 h 1323469"/>
                <a:gd name="connsiteX31" fmla="*/ 1393372 w 1994263"/>
                <a:gd name="connsiteY31" fmla="*/ 98482 h 1323469"/>
                <a:gd name="connsiteX32" fmla="*/ 1262743 w 1994263"/>
                <a:gd name="connsiteY32" fmla="*/ 72357 h 1323469"/>
                <a:gd name="connsiteX33" fmla="*/ 1158240 w 1994263"/>
                <a:gd name="connsiteY33" fmla="*/ 54940 h 1323469"/>
                <a:gd name="connsiteX34" fmla="*/ 1053738 w 1994263"/>
                <a:gd name="connsiteY34" fmla="*/ 46231 h 1323469"/>
                <a:gd name="connsiteX35" fmla="*/ 792480 w 1994263"/>
                <a:gd name="connsiteY35" fmla="*/ 28814 h 1323469"/>
                <a:gd name="connsiteX36" fmla="*/ 409303 w 1994263"/>
                <a:gd name="connsiteY36" fmla="*/ 28814 h 1323469"/>
                <a:gd name="connsiteX37" fmla="*/ 357052 w 1994263"/>
                <a:gd name="connsiteY37" fmla="*/ 63648 h 1323469"/>
                <a:gd name="connsiteX38" fmla="*/ 296092 w 1994263"/>
                <a:gd name="connsiteY38" fmla="*/ 142025 h 1323469"/>
                <a:gd name="connsiteX39" fmla="*/ 278675 w 1994263"/>
                <a:gd name="connsiteY39" fmla="*/ 194277 h 1323469"/>
                <a:gd name="connsiteX40" fmla="*/ 261258 w 1994263"/>
                <a:gd name="connsiteY40" fmla="*/ 246528 h 1323469"/>
                <a:gd name="connsiteX41" fmla="*/ 252549 w 1994263"/>
                <a:gd name="connsiteY41" fmla="*/ 272654 h 1323469"/>
                <a:gd name="connsiteX42" fmla="*/ 261258 w 1994263"/>
                <a:gd name="connsiteY42" fmla="*/ 464242 h 1323469"/>
                <a:gd name="connsiteX43" fmla="*/ 269966 w 1994263"/>
                <a:gd name="connsiteY43" fmla="*/ 499077 h 1323469"/>
                <a:gd name="connsiteX44" fmla="*/ 313509 w 1994263"/>
                <a:gd name="connsiteY44" fmla="*/ 560037 h 1323469"/>
                <a:gd name="connsiteX45" fmla="*/ 330926 w 1994263"/>
                <a:gd name="connsiteY45" fmla="*/ 620997 h 1323469"/>
                <a:gd name="connsiteX46" fmla="*/ 365760 w 1994263"/>
                <a:gd name="connsiteY46" fmla="*/ 673248 h 1323469"/>
                <a:gd name="connsiteX47" fmla="*/ 400595 w 1994263"/>
                <a:gd name="connsiteY47" fmla="*/ 734208 h 1323469"/>
                <a:gd name="connsiteX48" fmla="*/ 435429 w 1994263"/>
                <a:gd name="connsiteY48" fmla="*/ 786460 h 1323469"/>
                <a:gd name="connsiteX49" fmla="*/ 461555 w 1994263"/>
                <a:gd name="connsiteY49" fmla="*/ 821294 h 1323469"/>
                <a:gd name="connsiteX50" fmla="*/ 478972 w 1994263"/>
                <a:gd name="connsiteY50" fmla="*/ 847420 h 1323469"/>
                <a:gd name="connsiteX51" fmla="*/ 531223 w 1994263"/>
                <a:gd name="connsiteY51" fmla="*/ 899671 h 1323469"/>
                <a:gd name="connsiteX52" fmla="*/ 583475 w 1994263"/>
                <a:gd name="connsiteY52" fmla="*/ 951922 h 1323469"/>
                <a:gd name="connsiteX53" fmla="*/ 618309 w 1994263"/>
                <a:gd name="connsiteY53" fmla="*/ 986757 h 1323469"/>
                <a:gd name="connsiteX54" fmla="*/ 653143 w 1994263"/>
                <a:gd name="connsiteY54" fmla="*/ 1030300 h 1323469"/>
                <a:gd name="connsiteX55" fmla="*/ 696686 w 1994263"/>
                <a:gd name="connsiteY55" fmla="*/ 1056425 h 1323469"/>
                <a:gd name="connsiteX56" fmla="*/ 775063 w 1994263"/>
                <a:gd name="connsiteY56" fmla="*/ 1117385 h 1323469"/>
                <a:gd name="connsiteX57" fmla="*/ 801189 w 1994263"/>
                <a:gd name="connsiteY57" fmla="*/ 1134802 h 1323469"/>
                <a:gd name="connsiteX58" fmla="*/ 888275 w 1994263"/>
                <a:gd name="connsiteY58" fmla="*/ 1160928 h 1323469"/>
                <a:gd name="connsiteX59" fmla="*/ 1045029 w 1994263"/>
                <a:gd name="connsiteY59" fmla="*/ 1221888 h 1323469"/>
                <a:gd name="connsiteX60" fmla="*/ 1132115 w 1994263"/>
                <a:gd name="connsiteY60" fmla="*/ 1256722 h 1323469"/>
                <a:gd name="connsiteX61" fmla="*/ 1184366 w 1994263"/>
                <a:gd name="connsiteY61" fmla="*/ 1265431 h 1323469"/>
                <a:gd name="connsiteX62" fmla="*/ 1210492 w 1994263"/>
                <a:gd name="connsiteY62" fmla="*/ 1274140 h 1323469"/>
                <a:gd name="connsiteX63" fmla="*/ 1254035 w 1994263"/>
                <a:gd name="connsiteY63" fmla="*/ 1282848 h 1323469"/>
                <a:gd name="connsiteX64" fmla="*/ 1402080 w 1994263"/>
                <a:gd name="connsiteY64" fmla="*/ 1300265 h 1323469"/>
                <a:gd name="connsiteX65" fmla="*/ 1428206 w 1994263"/>
                <a:gd name="connsiteY65" fmla="*/ 1308974 h 1323469"/>
                <a:gd name="connsiteX66" fmla="*/ 1802675 w 1994263"/>
                <a:gd name="connsiteY66" fmla="*/ 1317682 h 132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994263" h="1323469">
                  <a:moveTo>
                    <a:pt x="0" y="1117385"/>
                  </a:moveTo>
                  <a:lnTo>
                    <a:pt x="888275" y="1108677"/>
                  </a:lnTo>
                  <a:cubicBezTo>
                    <a:pt x="911675" y="1108252"/>
                    <a:pt x="934775" y="1103278"/>
                    <a:pt x="957943" y="1099968"/>
                  </a:cubicBezTo>
                  <a:cubicBezTo>
                    <a:pt x="976071" y="1097378"/>
                    <a:pt x="1033725" y="1087555"/>
                    <a:pt x="1053738" y="1082551"/>
                  </a:cubicBezTo>
                  <a:cubicBezTo>
                    <a:pt x="1062643" y="1080325"/>
                    <a:pt x="1070808" y="1075351"/>
                    <a:pt x="1079863" y="1073842"/>
                  </a:cubicBezTo>
                  <a:cubicBezTo>
                    <a:pt x="1105792" y="1069521"/>
                    <a:pt x="1132114" y="1068037"/>
                    <a:pt x="1158240" y="1065134"/>
                  </a:cubicBezTo>
                  <a:cubicBezTo>
                    <a:pt x="1169852" y="1062231"/>
                    <a:pt x="1181269" y="1058393"/>
                    <a:pt x="1193075" y="1056425"/>
                  </a:cubicBezTo>
                  <a:cubicBezTo>
                    <a:pt x="1254996" y="1046105"/>
                    <a:pt x="1323271" y="1043393"/>
                    <a:pt x="1384663" y="1039008"/>
                  </a:cubicBezTo>
                  <a:cubicBezTo>
                    <a:pt x="1422486" y="1032705"/>
                    <a:pt x="1443935" y="1029708"/>
                    <a:pt x="1480458" y="1021591"/>
                  </a:cubicBezTo>
                  <a:cubicBezTo>
                    <a:pt x="1492142" y="1018994"/>
                    <a:pt x="1503828" y="1016321"/>
                    <a:pt x="1515292" y="1012882"/>
                  </a:cubicBezTo>
                  <a:cubicBezTo>
                    <a:pt x="1532877" y="1007606"/>
                    <a:pt x="1550126" y="1001271"/>
                    <a:pt x="1567543" y="995465"/>
                  </a:cubicBezTo>
                  <a:cubicBezTo>
                    <a:pt x="1576252" y="992562"/>
                    <a:pt x="1584614" y="988266"/>
                    <a:pt x="1593669" y="986757"/>
                  </a:cubicBezTo>
                  <a:lnTo>
                    <a:pt x="1645920" y="978048"/>
                  </a:lnTo>
                  <a:cubicBezTo>
                    <a:pt x="1657532" y="972242"/>
                    <a:pt x="1668599" y="965189"/>
                    <a:pt x="1680755" y="960631"/>
                  </a:cubicBezTo>
                  <a:cubicBezTo>
                    <a:pt x="1691962" y="956428"/>
                    <a:pt x="1704541" y="956525"/>
                    <a:pt x="1715589" y="951922"/>
                  </a:cubicBezTo>
                  <a:cubicBezTo>
                    <a:pt x="1871327" y="887031"/>
                    <a:pt x="1733100" y="934473"/>
                    <a:pt x="1811383" y="908380"/>
                  </a:cubicBezTo>
                  <a:cubicBezTo>
                    <a:pt x="1879272" y="840488"/>
                    <a:pt x="1767064" y="950424"/>
                    <a:pt x="1854926" y="873545"/>
                  </a:cubicBezTo>
                  <a:cubicBezTo>
                    <a:pt x="1870374" y="860028"/>
                    <a:pt x="1883955" y="844516"/>
                    <a:pt x="1898469" y="830002"/>
                  </a:cubicBezTo>
                  <a:lnTo>
                    <a:pt x="1924595" y="803877"/>
                  </a:lnTo>
                  <a:cubicBezTo>
                    <a:pt x="1933304" y="795168"/>
                    <a:pt x="1943888" y="787998"/>
                    <a:pt x="1950720" y="777751"/>
                  </a:cubicBezTo>
                  <a:cubicBezTo>
                    <a:pt x="1974970" y="741378"/>
                    <a:pt x="1960737" y="759026"/>
                    <a:pt x="1994263" y="725500"/>
                  </a:cubicBezTo>
                  <a:cubicBezTo>
                    <a:pt x="1991360" y="652928"/>
                    <a:pt x="1990386" y="580254"/>
                    <a:pt x="1985555" y="507785"/>
                  </a:cubicBezTo>
                  <a:cubicBezTo>
                    <a:pt x="1984570" y="493016"/>
                    <a:pt x="1982043" y="478101"/>
                    <a:pt x="1976846" y="464242"/>
                  </a:cubicBezTo>
                  <a:cubicBezTo>
                    <a:pt x="1967522" y="439380"/>
                    <a:pt x="1915626" y="394313"/>
                    <a:pt x="1907178" y="385865"/>
                  </a:cubicBezTo>
                  <a:lnTo>
                    <a:pt x="1837509" y="316197"/>
                  </a:lnTo>
                  <a:cubicBezTo>
                    <a:pt x="1831703" y="307488"/>
                    <a:pt x="1826792" y="298112"/>
                    <a:pt x="1820092" y="290071"/>
                  </a:cubicBezTo>
                  <a:cubicBezTo>
                    <a:pt x="1794513" y="259376"/>
                    <a:pt x="1778127" y="253385"/>
                    <a:pt x="1741715" y="229111"/>
                  </a:cubicBezTo>
                  <a:cubicBezTo>
                    <a:pt x="1707952" y="206602"/>
                    <a:pt x="1725518" y="215004"/>
                    <a:pt x="1689463" y="202985"/>
                  </a:cubicBezTo>
                  <a:cubicBezTo>
                    <a:pt x="1639832" y="153354"/>
                    <a:pt x="1689905" y="194467"/>
                    <a:pt x="1628503" y="168151"/>
                  </a:cubicBezTo>
                  <a:cubicBezTo>
                    <a:pt x="1618883" y="164028"/>
                    <a:pt x="1612214" y="154311"/>
                    <a:pt x="1602378" y="150734"/>
                  </a:cubicBezTo>
                  <a:cubicBezTo>
                    <a:pt x="1506669" y="115931"/>
                    <a:pt x="1563146" y="146365"/>
                    <a:pt x="1497875" y="124608"/>
                  </a:cubicBezTo>
                  <a:cubicBezTo>
                    <a:pt x="1399611" y="91854"/>
                    <a:pt x="1491875" y="119590"/>
                    <a:pt x="1393372" y="98482"/>
                  </a:cubicBezTo>
                  <a:cubicBezTo>
                    <a:pt x="1220738" y="61489"/>
                    <a:pt x="1418616" y="96968"/>
                    <a:pt x="1262743" y="72357"/>
                  </a:cubicBezTo>
                  <a:cubicBezTo>
                    <a:pt x="1227860" y="66849"/>
                    <a:pt x="1193282" y="59320"/>
                    <a:pt x="1158240" y="54940"/>
                  </a:cubicBezTo>
                  <a:cubicBezTo>
                    <a:pt x="1123555" y="50604"/>
                    <a:pt x="1088549" y="49396"/>
                    <a:pt x="1053738" y="46231"/>
                  </a:cubicBezTo>
                  <a:cubicBezTo>
                    <a:pt x="876612" y="30128"/>
                    <a:pt x="1059948" y="42186"/>
                    <a:pt x="792480" y="28814"/>
                  </a:cubicBezTo>
                  <a:cubicBezTo>
                    <a:pt x="658678" y="-15790"/>
                    <a:pt x="707247" y="-2882"/>
                    <a:pt x="409303" y="28814"/>
                  </a:cubicBezTo>
                  <a:cubicBezTo>
                    <a:pt x="388488" y="31028"/>
                    <a:pt x="371854" y="48846"/>
                    <a:pt x="357052" y="63648"/>
                  </a:cubicBezTo>
                  <a:cubicBezTo>
                    <a:pt x="334510" y="86190"/>
                    <a:pt x="306508" y="110776"/>
                    <a:pt x="296092" y="142025"/>
                  </a:cubicBezTo>
                  <a:lnTo>
                    <a:pt x="278675" y="194277"/>
                  </a:lnTo>
                  <a:lnTo>
                    <a:pt x="261258" y="246528"/>
                  </a:lnTo>
                  <a:lnTo>
                    <a:pt x="252549" y="272654"/>
                  </a:lnTo>
                  <a:cubicBezTo>
                    <a:pt x="255452" y="336517"/>
                    <a:pt x="256355" y="400502"/>
                    <a:pt x="261258" y="464242"/>
                  </a:cubicBezTo>
                  <a:cubicBezTo>
                    <a:pt x="262176" y="476176"/>
                    <a:pt x="265251" y="488076"/>
                    <a:pt x="269966" y="499077"/>
                  </a:cubicBezTo>
                  <a:cubicBezTo>
                    <a:pt x="274209" y="508979"/>
                    <a:pt x="310538" y="556076"/>
                    <a:pt x="313509" y="560037"/>
                  </a:cubicBezTo>
                  <a:cubicBezTo>
                    <a:pt x="315558" y="568231"/>
                    <a:pt x="325249" y="610779"/>
                    <a:pt x="330926" y="620997"/>
                  </a:cubicBezTo>
                  <a:cubicBezTo>
                    <a:pt x="341092" y="639295"/>
                    <a:pt x="359140" y="653390"/>
                    <a:pt x="365760" y="673248"/>
                  </a:cubicBezTo>
                  <a:cubicBezTo>
                    <a:pt x="380272" y="716782"/>
                    <a:pt x="367043" y="686277"/>
                    <a:pt x="400595" y="734208"/>
                  </a:cubicBezTo>
                  <a:cubicBezTo>
                    <a:pt x="412599" y="751357"/>
                    <a:pt x="422869" y="769714"/>
                    <a:pt x="435429" y="786460"/>
                  </a:cubicBezTo>
                  <a:cubicBezTo>
                    <a:pt x="444138" y="798071"/>
                    <a:pt x="453119" y="809483"/>
                    <a:pt x="461555" y="821294"/>
                  </a:cubicBezTo>
                  <a:cubicBezTo>
                    <a:pt x="467639" y="829811"/>
                    <a:pt x="472018" y="839597"/>
                    <a:pt x="478972" y="847420"/>
                  </a:cubicBezTo>
                  <a:cubicBezTo>
                    <a:pt x="495336" y="865830"/>
                    <a:pt x="513806" y="882254"/>
                    <a:pt x="531223" y="899671"/>
                  </a:cubicBezTo>
                  <a:lnTo>
                    <a:pt x="583475" y="951922"/>
                  </a:lnTo>
                  <a:cubicBezTo>
                    <a:pt x="595087" y="963534"/>
                    <a:pt x="609200" y="973094"/>
                    <a:pt x="618309" y="986757"/>
                  </a:cubicBezTo>
                  <a:cubicBezTo>
                    <a:pt x="628774" y="1002455"/>
                    <a:pt x="637352" y="1019021"/>
                    <a:pt x="653143" y="1030300"/>
                  </a:cubicBezTo>
                  <a:cubicBezTo>
                    <a:pt x="666917" y="1040138"/>
                    <a:pt x="683586" y="1045707"/>
                    <a:pt x="696686" y="1056425"/>
                  </a:cubicBezTo>
                  <a:cubicBezTo>
                    <a:pt x="777458" y="1122511"/>
                    <a:pt x="717361" y="1098152"/>
                    <a:pt x="775063" y="1117385"/>
                  </a:cubicBezTo>
                  <a:cubicBezTo>
                    <a:pt x="783772" y="1123191"/>
                    <a:pt x="791828" y="1130121"/>
                    <a:pt x="801189" y="1134802"/>
                  </a:cubicBezTo>
                  <a:cubicBezTo>
                    <a:pt x="839383" y="1153899"/>
                    <a:pt x="847480" y="1152770"/>
                    <a:pt x="888275" y="1160928"/>
                  </a:cubicBezTo>
                  <a:cubicBezTo>
                    <a:pt x="1008571" y="1221077"/>
                    <a:pt x="954362" y="1206778"/>
                    <a:pt x="1045029" y="1221888"/>
                  </a:cubicBezTo>
                  <a:cubicBezTo>
                    <a:pt x="1073458" y="1236102"/>
                    <a:pt x="1099829" y="1251341"/>
                    <a:pt x="1132115" y="1256722"/>
                  </a:cubicBezTo>
                  <a:cubicBezTo>
                    <a:pt x="1149532" y="1259625"/>
                    <a:pt x="1167129" y="1261600"/>
                    <a:pt x="1184366" y="1265431"/>
                  </a:cubicBezTo>
                  <a:cubicBezTo>
                    <a:pt x="1193327" y="1267422"/>
                    <a:pt x="1201586" y="1271914"/>
                    <a:pt x="1210492" y="1274140"/>
                  </a:cubicBezTo>
                  <a:cubicBezTo>
                    <a:pt x="1224852" y="1277730"/>
                    <a:pt x="1239472" y="1280200"/>
                    <a:pt x="1254035" y="1282848"/>
                  </a:cubicBezTo>
                  <a:cubicBezTo>
                    <a:pt x="1323944" y="1295559"/>
                    <a:pt x="1314067" y="1292264"/>
                    <a:pt x="1402080" y="1300265"/>
                  </a:cubicBezTo>
                  <a:cubicBezTo>
                    <a:pt x="1410789" y="1303168"/>
                    <a:pt x="1419245" y="1306983"/>
                    <a:pt x="1428206" y="1308974"/>
                  </a:cubicBezTo>
                  <a:cubicBezTo>
                    <a:pt x="1546847" y="1335338"/>
                    <a:pt x="1703408" y="1317682"/>
                    <a:pt x="1802675" y="1317682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612971A3-8740-6893-089F-EBF8BF3359A2}"/>
              </a:ext>
            </a:extLst>
          </p:cNvPr>
          <p:cNvSpPr txBox="1"/>
          <p:nvPr/>
        </p:nvSpPr>
        <p:spPr>
          <a:xfrm>
            <a:off x="7551420" y="5826125"/>
            <a:ext cx="1217295" cy="400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基本流程</a:t>
            </a:r>
          </a:p>
        </p:txBody>
      </p:sp>
      <p:sp>
        <p:nvSpPr>
          <p:cNvPr id="32" name="圆角矩形 19">
            <a:extLst>
              <a:ext uri="{FF2B5EF4-FFF2-40B4-BE49-F238E27FC236}">
                <a16:creationId xmlns:a16="http://schemas.microsoft.com/office/drawing/2014/main" id="{0B945E4A-D952-E1E0-66F9-10B84CCDD201}"/>
              </a:ext>
            </a:extLst>
          </p:cNvPr>
          <p:cNvSpPr/>
          <p:nvPr/>
        </p:nvSpPr>
        <p:spPr>
          <a:xfrm>
            <a:off x="7442835" y="4106515"/>
            <a:ext cx="1439091" cy="611261"/>
          </a:xfrm>
          <a:prstGeom prst="roundRect">
            <a:avLst/>
          </a:prstGeom>
          <a:solidFill>
            <a:srgbClr val="1A73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赛道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元素识别</a:t>
            </a:r>
          </a:p>
        </p:txBody>
      </p:sp>
      <p:sp>
        <p:nvSpPr>
          <p:cNvPr id="33" name="圆角矩形 20">
            <a:extLst>
              <a:ext uri="{FF2B5EF4-FFF2-40B4-BE49-F238E27FC236}">
                <a16:creationId xmlns:a16="http://schemas.microsoft.com/office/drawing/2014/main" id="{981F736D-023A-3AE4-B69B-4D6DE1CADCDC}"/>
              </a:ext>
            </a:extLst>
          </p:cNvPr>
          <p:cNvSpPr/>
          <p:nvPr/>
        </p:nvSpPr>
        <p:spPr>
          <a:xfrm>
            <a:off x="7440658" y="5002216"/>
            <a:ext cx="1439091" cy="611261"/>
          </a:xfrm>
          <a:prstGeom prst="roundRect">
            <a:avLst/>
          </a:prstGeom>
          <a:solidFill>
            <a:srgbClr val="1A73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给出控制量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EBCBCFA-21F7-B063-2925-3089639B4D69}"/>
              </a:ext>
            </a:extLst>
          </p:cNvPr>
          <p:cNvCxnSpPr/>
          <p:nvPr/>
        </p:nvCxnSpPr>
        <p:spPr>
          <a:xfrm>
            <a:off x="8160205" y="2088424"/>
            <a:ext cx="0" cy="29845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13F5874-DDA4-94AE-98D7-88B8D7E6F63E}"/>
              </a:ext>
            </a:extLst>
          </p:cNvPr>
          <p:cNvCxnSpPr/>
          <p:nvPr/>
        </p:nvCxnSpPr>
        <p:spPr>
          <a:xfrm flipH="1">
            <a:off x="8160202" y="2948202"/>
            <a:ext cx="1" cy="298535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5344C29-FFF7-92B5-BDC9-BC5B282540FC}"/>
              </a:ext>
            </a:extLst>
          </p:cNvPr>
          <p:cNvCxnSpPr/>
          <p:nvPr/>
        </p:nvCxnSpPr>
        <p:spPr>
          <a:xfrm flipH="1">
            <a:off x="8160202" y="3807980"/>
            <a:ext cx="1" cy="298535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8F11B48-BFD4-512E-7191-FA79D179C986}"/>
              </a:ext>
            </a:extLst>
          </p:cNvPr>
          <p:cNvCxnSpPr/>
          <p:nvPr/>
        </p:nvCxnSpPr>
        <p:spPr>
          <a:xfrm flipH="1">
            <a:off x="8160202" y="4717776"/>
            <a:ext cx="1" cy="298535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27">
            <a:extLst>
              <a:ext uri="{FF2B5EF4-FFF2-40B4-BE49-F238E27FC236}">
                <a16:creationId xmlns:a16="http://schemas.microsoft.com/office/drawing/2014/main" id="{FA208812-4622-8FF7-9B6A-15192D54278F}"/>
              </a:ext>
            </a:extLst>
          </p:cNvPr>
          <p:cNvSpPr/>
          <p:nvPr/>
        </p:nvSpPr>
        <p:spPr>
          <a:xfrm>
            <a:off x="7442563" y="3210814"/>
            <a:ext cx="1439091" cy="611261"/>
          </a:xfrm>
          <a:prstGeom prst="roundRect">
            <a:avLst/>
          </a:prstGeom>
          <a:solidFill>
            <a:srgbClr val="1A73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赛道边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沿线提取</a:t>
            </a:r>
          </a:p>
        </p:txBody>
      </p:sp>
      <p:sp>
        <p:nvSpPr>
          <p:cNvPr id="39" name="圆角矩形 28">
            <a:extLst>
              <a:ext uri="{FF2B5EF4-FFF2-40B4-BE49-F238E27FC236}">
                <a16:creationId xmlns:a16="http://schemas.microsoft.com/office/drawing/2014/main" id="{B2B07F0B-82BA-DA7C-6E24-92CBFC1FB4B8}"/>
              </a:ext>
            </a:extLst>
          </p:cNvPr>
          <p:cNvSpPr/>
          <p:nvPr/>
        </p:nvSpPr>
        <p:spPr>
          <a:xfrm>
            <a:off x="7440658" y="2386959"/>
            <a:ext cx="1439091" cy="539415"/>
          </a:xfrm>
          <a:prstGeom prst="roundRect">
            <a:avLst/>
          </a:prstGeom>
          <a:solidFill>
            <a:srgbClr val="1A73AE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二值化</a:t>
            </a:r>
          </a:p>
        </p:txBody>
      </p:sp>
      <p:sp>
        <p:nvSpPr>
          <p:cNvPr id="40" name="圆角矩形 29">
            <a:extLst>
              <a:ext uri="{FF2B5EF4-FFF2-40B4-BE49-F238E27FC236}">
                <a16:creationId xmlns:a16="http://schemas.microsoft.com/office/drawing/2014/main" id="{31DF4291-889B-9D98-AA14-8B1BF73672AF}"/>
              </a:ext>
            </a:extLst>
          </p:cNvPr>
          <p:cNvSpPr/>
          <p:nvPr/>
        </p:nvSpPr>
        <p:spPr>
          <a:xfrm>
            <a:off x="7440660" y="1460418"/>
            <a:ext cx="1439090" cy="641976"/>
          </a:xfrm>
          <a:prstGeom prst="roundRect">
            <a:avLst/>
          </a:prstGeom>
          <a:solidFill>
            <a:srgbClr val="1A73AE"/>
          </a:solidFill>
          <a:ln>
            <a:solidFill>
              <a:srgbClr val="1A73AE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图像采集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（灰度图）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DCA47E8-B278-DBD3-E253-0EAB3913E728}"/>
              </a:ext>
            </a:extLst>
          </p:cNvPr>
          <p:cNvSpPr/>
          <p:nvPr/>
        </p:nvSpPr>
        <p:spPr>
          <a:xfrm>
            <a:off x="9118600" y="1460500"/>
            <a:ext cx="76200" cy="4152900"/>
          </a:xfrm>
          <a:prstGeom prst="rect">
            <a:avLst/>
          </a:prstGeom>
          <a:solidFill>
            <a:srgbClr val="1A73A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FDF1404-9250-1B5E-239D-689967FE58B9}"/>
              </a:ext>
            </a:extLst>
          </p:cNvPr>
          <p:cNvSpPr txBox="1"/>
          <p:nvPr/>
        </p:nvSpPr>
        <p:spPr>
          <a:xfrm>
            <a:off x="9441815" y="1460500"/>
            <a:ext cx="231394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提供库函数</a:t>
            </a: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例程提供</a:t>
            </a: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例程提供</a:t>
            </a: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自行编写</a:t>
            </a: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例程提供简易部分</a:t>
            </a:r>
          </a:p>
        </p:txBody>
      </p:sp>
    </p:spTree>
    <p:extLst>
      <p:ext uri="{BB962C8B-B14F-4D97-AF65-F5344CB8AC3E}">
        <p14:creationId xmlns:p14="http://schemas.microsoft.com/office/powerpoint/2010/main" val="2603854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7E804-621B-4AAD-14D0-54CA60C3D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38A134DF-8694-519A-C4AF-FDF14B4BA587}"/>
              </a:ext>
            </a:extLst>
          </p:cNvPr>
          <p:cNvSpPr txBox="1"/>
          <p:nvPr/>
        </p:nvSpPr>
        <p:spPr>
          <a:xfrm>
            <a:off x="658893" y="437197"/>
            <a:ext cx="4812215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图像部分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—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图像采集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F2BF38F5-9E36-C6B7-CF3E-06942305E30B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452E530-E5E5-A1F5-9641-5EB29AA458DA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1DED1142-ED92-0845-0DFC-5CAB1B10E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76" y="1783121"/>
            <a:ext cx="2203269" cy="15623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77D55D4-7505-A2E5-0007-ABF0F97F1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951" y="1783121"/>
            <a:ext cx="2337229" cy="15623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36876F-E815-48C7-7216-F7137027D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586" y="1783121"/>
            <a:ext cx="2610045" cy="15623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8B26886-F4F5-02AD-F5AA-0894BC87BB1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47" y="1396346"/>
            <a:ext cx="2610045" cy="261004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ECEBCB8-1FAC-C3C3-2FE4-822B0A95BF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76" y="3833160"/>
            <a:ext cx="8299893" cy="274288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EB9D60F-5EB9-D47B-4457-4F650D77C4BB}"/>
              </a:ext>
            </a:extLst>
          </p:cNvPr>
          <p:cNvSpPr txBox="1"/>
          <p:nvPr/>
        </p:nvSpPr>
        <p:spPr>
          <a:xfrm>
            <a:off x="3524276" y="3504468"/>
            <a:ext cx="280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例程提供、调用库函数</a:t>
            </a:r>
          </a:p>
        </p:txBody>
      </p:sp>
    </p:spTree>
    <p:extLst>
      <p:ext uri="{BB962C8B-B14F-4D97-AF65-F5344CB8AC3E}">
        <p14:creationId xmlns:p14="http://schemas.microsoft.com/office/powerpoint/2010/main" val="3208403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17FE1-ED2E-FCB7-AFA6-4482F419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4D1677A7-6680-BBE9-77B9-F134A6C324B8}"/>
              </a:ext>
            </a:extLst>
          </p:cNvPr>
          <p:cNvSpPr txBox="1"/>
          <p:nvPr/>
        </p:nvSpPr>
        <p:spPr>
          <a:xfrm>
            <a:off x="658893" y="437197"/>
            <a:ext cx="4658327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图像部分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—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图像处理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10D7346A-04C2-9B14-A1C6-3CD0B35790EB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26E9D91-46DF-ECA0-DBF0-7B7EF7D98934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65A7EB37-BEF4-9EB6-554B-754B8B75F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31" y="5016064"/>
            <a:ext cx="2337229" cy="156231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04CE85B-806C-47D5-D2C4-122E65FFF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218" y="5016064"/>
            <a:ext cx="2610045" cy="15623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8E544D9-AC4C-0FA4-748F-FA113AC79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4760"/>
            <a:ext cx="4249770" cy="31911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1BCEAEA-0C1D-2B90-79A0-BEC6BF9C52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74" y="4445943"/>
            <a:ext cx="3048486" cy="23291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9AAE32-D2A9-E542-2590-7C98D4B3D3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060" y="1558255"/>
            <a:ext cx="5213330" cy="33186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E3879FD-EE26-0C68-EC97-A33D359A63AA}"/>
              </a:ext>
            </a:extLst>
          </p:cNvPr>
          <p:cNvSpPr/>
          <p:nvPr/>
        </p:nvSpPr>
        <p:spPr>
          <a:xfrm>
            <a:off x="5675711" y="2740623"/>
            <a:ext cx="1300480" cy="949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大津法计算阈值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6B3047-659C-E2CD-BC62-3BD7A76E2EFE}"/>
              </a:ext>
            </a:extLst>
          </p:cNvPr>
          <p:cNvSpPr/>
          <p:nvPr/>
        </p:nvSpPr>
        <p:spPr>
          <a:xfrm>
            <a:off x="7897451" y="2740623"/>
            <a:ext cx="1300480" cy="949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根据阈值对灰度图像二值化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D8074D8-B1A1-13E4-DFC5-A1588E1497E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976191" y="3215603"/>
            <a:ext cx="921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A58BD63-574F-0A9D-FC48-B205A18E9C1C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7017260" y="5797223"/>
            <a:ext cx="17539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0D84CF9-220C-4E93-32EE-23C35511CC60}"/>
              </a:ext>
            </a:extLst>
          </p:cNvPr>
          <p:cNvSpPr txBox="1"/>
          <p:nvPr/>
        </p:nvSpPr>
        <p:spPr>
          <a:xfrm>
            <a:off x="5089969" y="4541085"/>
            <a:ext cx="1517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摄像头采集原始灰度图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83EC1F-F4B5-5EF3-06D2-430F462F67E2}"/>
              </a:ext>
            </a:extLst>
          </p:cNvPr>
          <p:cNvSpPr txBox="1"/>
          <p:nvPr/>
        </p:nvSpPr>
        <p:spPr>
          <a:xfrm>
            <a:off x="9317564" y="4541085"/>
            <a:ext cx="1517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二值化得到黑白图像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1EB46F-71A3-2A54-FEA2-109F52B9C1B1}"/>
              </a:ext>
            </a:extLst>
          </p:cNvPr>
          <p:cNvSpPr txBox="1"/>
          <p:nvPr/>
        </p:nvSpPr>
        <p:spPr>
          <a:xfrm>
            <a:off x="4680031" y="1197550"/>
            <a:ext cx="99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灰度值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798E82-8CE5-3BC1-4193-EC71105AC81E}"/>
              </a:ext>
            </a:extLst>
          </p:cNvPr>
          <p:cNvSpPr/>
          <p:nvPr/>
        </p:nvSpPr>
        <p:spPr>
          <a:xfrm>
            <a:off x="5364480" y="2458720"/>
            <a:ext cx="4249770" cy="184911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C25D6A-AF36-B332-815A-6C8369E23D8D}"/>
              </a:ext>
            </a:extLst>
          </p:cNvPr>
          <p:cNvSpPr txBox="1"/>
          <p:nvPr/>
        </p:nvSpPr>
        <p:spPr>
          <a:xfrm>
            <a:off x="7017260" y="2580640"/>
            <a:ext cx="880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处理流程</a:t>
            </a:r>
          </a:p>
        </p:txBody>
      </p:sp>
    </p:spTree>
    <p:extLst>
      <p:ext uri="{BB962C8B-B14F-4D97-AF65-F5344CB8AC3E}">
        <p14:creationId xmlns:p14="http://schemas.microsoft.com/office/powerpoint/2010/main" val="216579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F15E7-8171-0CC5-6867-0752693C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83040EDF-2766-DCC6-F1A7-CDCFBAD33461}"/>
              </a:ext>
            </a:extLst>
          </p:cNvPr>
          <p:cNvSpPr txBox="1"/>
          <p:nvPr/>
        </p:nvSpPr>
        <p:spPr>
          <a:xfrm>
            <a:off x="658893" y="437197"/>
            <a:ext cx="4829848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图像部分</a:t>
            </a:r>
            <a:r>
              <a:rPr lang="en-US" altLang="zh-CN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—</a:t>
            </a: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边线提取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164A5"/>
                  </a:gs>
                  <a:gs pos="100000">
                    <a:srgbClr val="1A73AE"/>
                  </a:gs>
                </a:gsLst>
                <a:lin ang="2700000" scaled="0"/>
                <a:tileRect/>
              </a:gradFill>
              <a:effectLst/>
              <a:uLnTx/>
              <a:uFillTx/>
              <a:latin typeface="+mj-ea"/>
              <a:ea typeface="+mj-ea"/>
              <a:sym typeface="OPPOSans B" panose="00020600040101010101" pitchFamily="18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E0CB837D-A061-680F-35B8-24A0366C8F73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AEF977B-73B3-8905-1857-71E7D78A9B47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EC90537E-D34F-1F5D-3865-3B715BE50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" y="2602147"/>
            <a:ext cx="9113520" cy="316517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8F07CF1-AC5F-A8ED-5212-738FA972627E}"/>
              </a:ext>
            </a:extLst>
          </p:cNvPr>
          <p:cNvSpPr/>
          <p:nvPr/>
        </p:nvSpPr>
        <p:spPr>
          <a:xfrm>
            <a:off x="619760" y="1706880"/>
            <a:ext cx="1341120" cy="6000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寻找最长白列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1AC2BF-68B1-FC07-CC27-EA07A040F750}"/>
              </a:ext>
            </a:extLst>
          </p:cNvPr>
          <p:cNvSpPr/>
          <p:nvPr/>
        </p:nvSpPr>
        <p:spPr>
          <a:xfrm>
            <a:off x="2692400" y="1706880"/>
            <a:ext cx="1341120" cy="6000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由下到上遍历最长白列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C5D8B6-8705-CACE-BD05-6D700790F5E4}"/>
              </a:ext>
            </a:extLst>
          </p:cNvPr>
          <p:cNvSpPr/>
          <p:nvPr/>
        </p:nvSpPr>
        <p:spPr>
          <a:xfrm>
            <a:off x="4754880" y="1706880"/>
            <a:ext cx="1341120" cy="6000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向左向右巡边界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269D986-5F6A-09D7-2289-F55587FD52D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60880" y="2006918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F4240C7-BC8D-0EAC-88F5-B879D65D780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033520" y="2006918"/>
            <a:ext cx="721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372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EEB65-7212-972B-00CC-640CD8AC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0262A66-D6B3-DB34-1A58-0F1C9984A4D8}"/>
              </a:ext>
            </a:extLst>
          </p:cNvPr>
          <p:cNvSpPr txBox="1"/>
          <p:nvPr/>
        </p:nvSpPr>
        <p:spPr>
          <a:xfrm>
            <a:off x="658893" y="437197"/>
            <a:ext cx="4658327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图像部分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—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元素识别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5D5FB689-0216-43BD-718F-34716A2333AB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DBE8069-9200-5BC2-43E6-EBFBD21E75B0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4340B6B-DE9B-B523-E9CE-ED5C192CC6AD}"/>
              </a:ext>
            </a:extLst>
          </p:cNvPr>
          <p:cNvSpPr txBox="1"/>
          <p:nvPr/>
        </p:nvSpPr>
        <p:spPr>
          <a:xfrm>
            <a:off x="8747125" y="2583180"/>
            <a:ext cx="3063875" cy="2836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根据边线特征进行判断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对边线进行特殊处理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状态机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改进算法增加判断准确率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可以结合蜂鸣器、屏幕等工具辅助调试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144D416-A547-24F4-5E5D-5CCE10738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06" y="4024025"/>
            <a:ext cx="3369016" cy="216467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DCAB933E-8697-2F12-1E92-7D81E58D5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06" y="1144207"/>
            <a:ext cx="3374572" cy="216467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775F1854-71BE-52C0-F3CD-CE5B8C4E2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312" y="1144204"/>
            <a:ext cx="3388515" cy="216466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789FD46-E571-DF43-BBEB-5E2F220B74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312" y="4024026"/>
            <a:ext cx="3396739" cy="2164666"/>
          </a:xfrm>
          <a:prstGeom prst="rect">
            <a:avLst/>
          </a:prstGeom>
        </p:spPr>
      </p:pic>
      <p:sp>
        <p:nvSpPr>
          <p:cNvPr id="32" name="箭头: 下 31">
            <a:extLst>
              <a:ext uri="{FF2B5EF4-FFF2-40B4-BE49-F238E27FC236}">
                <a16:creationId xmlns:a16="http://schemas.microsoft.com/office/drawing/2014/main" id="{1E99251E-0A30-8BC5-BC51-717D14E866B7}"/>
              </a:ext>
            </a:extLst>
          </p:cNvPr>
          <p:cNvSpPr/>
          <p:nvPr/>
        </p:nvSpPr>
        <p:spPr>
          <a:xfrm>
            <a:off x="1781666" y="3308870"/>
            <a:ext cx="490194" cy="715155"/>
          </a:xfrm>
          <a:prstGeom prst="downArrow">
            <a:avLst/>
          </a:prstGeom>
          <a:ln>
            <a:solidFill>
              <a:srgbClr val="1A7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BC2A50F2-7088-73EC-E0E6-E851E42479E0}"/>
              </a:ext>
            </a:extLst>
          </p:cNvPr>
          <p:cNvSpPr/>
          <p:nvPr/>
        </p:nvSpPr>
        <p:spPr>
          <a:xfrm>
            <a:off x="6124281" y="3304476"/>
            <a:ext cx="490194" cy="715155"/>
          </a:xfrm>
          <a:prstGeom prst="downArrow">
            <a:avLst/>
          </a:prstGeom>
          <a:ln>
            <a:solidFill>
              <a:srgbClr val="1A7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88A1117-5CF5-1FE3-80E6-5DE3D683A8D5}"/>
              </a:ext>
            </a:extLst>
          </p:cNvPr>
          <p:cNvSpPr txBox="1"/>
          <p:nvPr/>
        </p:nvSpPr>
        <p:spPr>
          <a:xfrm>
            <a:off x="401706" y="3504357"/>
            <a:ext cx="1097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十字补线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451B272-91BE-41CB-3518-8A6C27DE04C2}"/>
              </a:ext>
            </a:extLst>
          </p:cNvPr>
          <p:cNvSpPr txBox="1"/>
          <p:nvPr/>
        </p:nvSpPr>
        <p:spPr>
          <a:xfrm>
            <a:off x="4612468" y="3504357"/>
            <a:ext cx="1097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环岛补线</a:t>
            </a:r>
          </a:p>
        </p:txBody>
      </p:sp>
    </p:spTree>
    <p:extLst>
      <p:ext uri="{BB962C8B-B14F-4D97-AF65-F5344CB8AC3E}">
        <p14:creationId xmlns:p14="http://schemas.microsoft.com/office/powerpoint/2010/main" val="4165776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7F93C-B953-30AF-571B-3909D8E13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99EA2A40-85E9-4091-AEC3-5C19FB7CBF1E}"/>
              </a:ext>
            </a:extLst>
          </p:cNvPr>
          <p:cNvSpPr txBox="1"/>
          <p:nvPr/>
        </p:nvSpPr>
        <p:spPr>
          <a:xfrm>
            <a:off x="658893" y="437197"/>
            <a:ext cx="2051844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环岛识别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164A5"/>
                  </a:gs>
                  <a:gs pos="100000">
                    <a:srgbClr val="1A73AE"/>
                  </a:gs>
                </a:gsLst>
                <a:lin ang="2700000" scaled="0"/>
                <a:tileRect/>
              </a:gradFill>
              <a:effectLst/>
              <a:uLnTx/>
              <a:uFillTx/>
              <a:latin typeface="+mj-ea"/>
              <a:ea typeface="+mj-ea"/>
              <a:sym typeface="OPPOSans B" panose="00020600040101010101" pitchFamily="18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1E15F1E7-86CA-74F4-737D-59694560EC0D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0AA0B55-244D-F572-30C1-986C3A9FA13D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45A210E1-FAD9-BE6C-6181-3D32DA39E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9" y="2544833"/>
            <a:ext cx="6232551" cy="24237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B8D7D90-3B45-B98B-3F66-B1CE9C20B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319" y="558067"/>
            <a:ext cx="4296375" cy="17528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AE3757-E6E7-D240-004F-FF80C1A9A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319" y="2660876"/>
            <a:ext cx="4296375" cy="188621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BCB076D-D08C-2C79-B1B9-95ED3B93D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319" y="4764324"/>
            <a:ext cx="4296375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26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A8CA2-245B-1490-1F95-9C2C741F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6D684378-0609-06DA-ADD8-B99F24CE2066}"/>
              </a:ext>
            </a:extLst>
          </p:cNvPr>
          <p:cNvSpPr txBox="1"/>
          <p:nvPr/>
        </p:nvSpPr>
        <p:spPr>
          <a:xfrm>
            <a:off x="658893" y="437197"/>
            <a:ext cx="2051844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环岛识别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164A5"/>
                  </a:gs>
                  <a:gs pos="100000">
                    <a:srgbClr val="1A73AE"/>
                  </a:gs>
                </a:gsLst>
                <a:lin ang="2700000" scaled="0"/>
                <a:tileRect/>
              </a:gradFill>
              <a:effectLst/>
              <a:uLnTx/>
              <a:uFillTx/>
              <a:latin typeface="+mj-ea"/>
              <a:ea typeface="+mj-ea"/>
              <a:sym typeface="OPPOSans B" panose="00020600040101010101" pitchFamily="18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C370249A-95F2-2A8D-DB2A-18C932DD5FB1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7E83145-0170-89A3-C21E-2A07406E64D5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43B7D916-6C18-1BC6-E325-6A5D98B4D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9" y="2544833"/>
            <a:ext cx="6232551" cy="24237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A9B09D2-8F75-988C-A6FF-E0D61259D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603" y="428386"/>
            <a:ext cx="3895725" cy="177758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2465B40-BD38-3BEB-407A-B56B27A6D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602" y="2619263"/>
            <a:ext cx="3895725" cy="16194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6218615-1123-4624-B6ED-97F8FCC37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602" y="4652032"/>
            <a:ext cx="3895725" cy="185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69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0C8F7-34D0-8691-ECF2-84E7B385B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55957929-B1BD-2052-9F15-E158139A9FBB}"/>
              </a:ext>
            </a:extLst>
          </p:cNvPr>
          <p:cNvSpPr txBox="1"/>
          <p:nvPr/>
        </p:nvSpPr>
        <p:spPr>
          <a:xfrm>
            <a:off x="658893" y="437197"/>
            <a:ext cx="2051844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环岛识别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164A5"/>
                  </a:gs>
                  <a:gs pos="100000">
                    <a:srgbClr val="1A73AE"/>
                  </a:gs>
                </a:gsLst>
                <a:lin ang="2700000" scaled="0"/>
                <a:tileRect/>
              </a:gradFill>
              <a:effectLst/>
              <a:uLnTx/>
              <a:uFillTx/>
              <a:latin typeface="+mj-ea"/>
              <a:ea typeface="+mj-ea"/>
              <a:sym typeface="OPPOSans B" panose="00020600040101010101" pitchFamily="18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D267B268-C6AC-F5CC-BE9F-B8238FF274D5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F752BB0-362F-8E7B-BDA9-E543C485DCE1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FC85414D-CC28-9A25-E2F4-D2516F810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9" y="2544833"/>
            <a:ext cx="6232551" cy="24237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F11C15A-C4D2-C9E6-EBCF-C1F01E42D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742" y="446470"/>
            <a:ext cx="4330332" cy="195289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7287F20-0A99-4B1C-6441-B629F1EB3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740" y="2715140"/>
            <a:ext cx="4330331" cy="174349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24054A1-11F5-691B-EF8A-2C01B5867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741" y="4730620"/>
            <a:ext cx="4330330" cy="185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F1F71-9EF7-A63A-861C-59F164E54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AD1108A5-B37B-0CD8-C55C-9B9056E93D35}"/>
              </a:ext>
            </a:extLst>
          </p:cNvPr>
          <p:cNvSpPr txBox="1"/>
          <p:nvPr/>
        </p:nvSpPr>
        <p:spPr>
          <a:xfrm>
            <a:off x="658893" y="437197"/>
            <a:ext cx="4658327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控制部分</a:t>
            </a:r>
            <a:r>
              <a:rPr lang="en-US" altLang="zh-CN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—</a:t>
            </a: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舵机转向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164A5"/>
                  </a:gs>
                  <a:gs pos="100000">
                    <a:srgbClr val="1A73AE"/>
                  </a:gs>
                </a:gsLst>
                <a:lin ang="2700000" scaled="0"/>
                <a:tileRect/>
              </a:gradFill>
              <a:effectLst/>
              <a:uLnTx/>
              <a:uFillTx/>
              <a:latin typeface="+mj-ea"/>
              <a:ea typeface="+mj-ea"/>
              <a:sym typeface="OPPOSans B" panose="00020600040101010101" pitchFamily="18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D211F542-6BE0-BC50-0AC1-D0D96EB51673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6891A48-AB40-FCFB-D6A6-032B2CCEFC57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AE004FF-84B9-8E80-4EBB-0B2895020E15}"/>
              </a:ext>
            </a:extLst>
          </p:cNvPr>
          <p:cNvSpPr txBox="1"/>
          <p:nvPr/>
        </p:nvSpPr>
        <p:spPr>
          <a:xfrm>
            <a:off x="6686561" y="4528459"/>
            <a:ext cx="4116259" cy="203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建议：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舵机部分采用位置式</a:t>
            </a:r>
            <a:r>
              <a:rPr lang="en-US" altLang="zh-CN" sz="2000" b="1" dirty="0">
                <a:latin typeface="黑体" panose="02010609060101010101" charset="-122"/>
                <a:ea typeface="黑体" panose="02010609060101010101" charset="-122"/>
              </a:rPr>
              <a:t>PID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黑体" panose="02010609060101010101" charset="-122"/>
                <a:ea typeface="黑体" panose="02010609060101010101" charset="-122"/>
              </a:rPr>
              <a:t>PID</a:t>
            </a: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参数随速度提升改变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在速度较快时考虑动态</a:t>
            </a:r>
            <a:r>
              <a:rPr lang="en-US" altLang="zh-CN" sz="2000" b="1" dirty="0">
                <a:latin typeface="黑体" panose="02010609060101010101" charset="-122"/>
                <a:ea typeface="黑体" panose="02010609060101010101" charset="-122"/>
              </a:rPr>
              <a:t>PID</a:t>
            </a: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算法或者引入陀螺仪角速度环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9880FC-B4E3-4CB4-72F5-56A2C1515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92" y="1254760"/>
            <a:ext cx="5234092" cy="198615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382BBA2-700E-56D2-A99C-9CA11A85D4E7}"/>
              </a:ext>
            </a:extLst>
          </p:cNvPr>
          <p:cNvSpPr/>
          <p:nvPr/>
        </p:nvSpPr>
        <p:spPr>
          <a:xfrm>
            <a:off x="5699793" y="2060295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程序设定目标中线偏差值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A3D3BB-ECB3-C71A-6320-DC1CED921D5D}"/>
              </a:ext>
            </a:extLst>
          </p:cNvPr>
          <p:cNvSpPr/>
          <p:nvPr/>
        </p:nvSpPr>
        <p:spPr>
          <a:xfrm>
            <a:off x="6972539" y="2060294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比较器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CB6BA0-1EAF-EC0C-B46C-F95944A3037F}"/>
              </a:ext>
            </a:extLst>
          </p:cNvPr>
          <p:cNvSpPr/>
          <p:nvPr/>
        </p:nvSpPr>
        <p:spPr>
          <a:xfrm>
            <a:off x="8245285" y="2060294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PID</a:t>
            </a:r>
            <a:r>
              <a:rPr lang="zh-CN" altLang="en-US" sz="1100" dirty="0"/>
              <a:t>算法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91A02D-09B4-3E67-7D87-902A20875CD3}"/>
              </a:ext>
            </a:extLst>
          </p:cNvPr>
          <p:cNvSpPr/>
          <p:nvPr/>
        </p:nvSpPr>
        <p:spPr>
          <a:xfrm>
            <a:off x="9886274" y="2953014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图像边线中值偏差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50A4C5-1F0B-F5AF-E990-1896168C27FB}"/>
              </a:ext>
            </a:extLst>
          </p:cNvPr>
          <p:cNvSpPr/>
          <p:nvPr/>
        </p:nvSpPr>
        <p:spPr>
          <a:xfrm>
            <a:off x="9826259" y="2054716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PWM</a:t>
            </a:r>
            <a:r>
              <a:rPr lang="zh-CN" altLang="en-US" sz="1100" dirty="0"/>
              <a:t>信号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5283EB-F178-2729-8277-CA383371C44F}"/>
              </a:ext>
            </a:extLst>
          </p:cNvPr>
          <p:cNvSpPr/>
          <p:nvPr/>
        </p:nvSpPr>
        <p:spPr>
          <a:xfrm>
            <a:off x="11102871" y="2054716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舵机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900E7E1-751B-2494-CB46-B6AC09A78FB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6556319" y="2303363"/>
            <a:ext cx="4162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44FCED4-96B7-2772-BE5A-29003220A97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829065" y="2303363"/>
            <a:ext cx="416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D5B25D1-8F2F-920E-58C2-C6D7A26F4BE2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9101811" y="2297785"/>
            <a:ext cx="724448" cy="5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68765FE-AB52-6F76-B8E3-C02BFE7ABD96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0682785" y="2297785"/>
            <a:ext cx="420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1F97F766-12E1-D441-DCFF-0DDDACF62B8C}"/>
              </a:ext>
            </a:extLst>
          </p:cNvPr>
          <p:cNvCxnSpPr>
            <a:stCxn id="9" idx="2"/>
            <a:endCxn id="7" idx="3"/>
          </p:cNvCxnSpPr>
          <p:nvPr/>
        </p:nvCxnSpPr>
        <p:spPr>
          <a:xfrm rot="5400000">
            <a:off x="10809352" y="2474301"/>
            <a:ext cx="655230" cy="7883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54A7524-8428-B2F6-E8D2-C7A46D61DFAA}"/>
              </a:ext>
            </a:extLst>
          </p:cNvPr>
          <p:cNvSpPr/>
          <p:nvPr/>
        </p:nvSpPr>
        <p:spPr>
          <a:xfrm>
            <a:off x="10374557" y="1025391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外部噪声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78BD06A-54C8-3EDF-7B32-08588EE4591F}"/>
              </a:ext>
            </a:extLst>
          </p:cNvPr>
          <p:cNvCxnSpPr>
            <a:stCxn id="15" idx="2"/>
          </p:cNvCxnSpPr>
          <p:nvPr/>
        </p:nvCxnSpPr>
        <p:spPr>
          <a:xfrm>
            <a:off x="10802820" y="1511528"/>
            <a:ext cx="0" cy="786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A94341DE-9FEF-137F-DD82-E3F7D02BE066}"/>
              </a:ext>
            </a:extLst>
          </p:cNvPr>
          <p:cNvSpPr/>
          <p:nvPr/>
        </p:nvSpPr>
        <p:spPr>
          <a:xfrm>
            <a:off x="6556318" y="1645920"/>
            <a:ext cx="3269937" cy="137159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2E7756B-82AE-B7E2-6A89-406AC31EB22E}"/>
              </a:ext>
            </a:extLst>
          </p:cNvPr>
          <p:cNvSpPr txBox="1"/>
          <p:nvPr/>
        </p:nvSpPr>
        <p:spPr>
          <a:xfrm>
            <a:off x="7446687" y="1701499"/>
            <a:ext cx="1489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+mj-ea"/>
                <a:ea typeface="+mj-ea"/>
              </a:rPr>
              <a:t>PID</a:t>
            </a:r>
            <a:r>
              <a:rPr lang="zh-CN" altLang="en-US" sz="1200" dirty="0">
                <a:latin typeface="+mj-ea"/>
                <a:ea typeface="+mj-ea"/>
              </a:rPr>
              <a:t>控制器</a:t>
            </a:r>
          </a:p>
        </p:txBody>
      </p: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336F4DCF-0AC8-805D-8AA0-C5362A14B025}"/>
              </a:ext>
            </a:extLst>
          </p:cNvPr>
          <p:cNvCxnSpPr>
            <a:stCxn id="7" idx="1"/>
            <a:endCxn id="5" idx="2"/>
          </p:cNvCxnSpPr>
          <p:nvPr/>
        </p:nvCxnSpPr>
        <p:spPr>
          <a:xfrm rot="10800000">
            <a:off x="7400802" y="2546431"/>
            <a:ext cx="2485472" cy="6496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3B7B9E32-8D41-ED5B-0E08-A89991A61B98}"/>
              </a:ext>
            </a:extLst>
          </p:cNvPr>
          <p:cNvSpPr txBox="1"/>
          <p:nvPr/>
        </p:nvSpPr>
        <p:spPr>
          <a:xfrm>
            <a:off x="7355840" y="2691788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反馈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999AADB-5C2B-135B-FAB7-8BCCFCCB2FB5}"/>
              </a:ext>
            </a:extLst>
          </p:cNvPr>
          <p:cNvSpPr txBox="1"/>
          <p:nvPr/>
        </p:nvSpPr>
        <p:spPr>
          <a:xfrm>
            <a:off x="7792370" y="20547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误差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3B46264-84AD-8661-22E5-19F7E0638638}"/>
              </a:ext>
            </a:extLst>
          </p:cNvPr>
          <p:cNvSpPr txBox="1"/>
          <p:nvPr/>
        </p:nvSpPr>
        <p:spPr>
          <a:xfrm>
            <a:off x="9112230" y="185064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输出修正</a:t>
            </a:r>
            <a:endParaRPr lang="en-US" altLang="zh-CN" sz="1200" dirty="0"/>
          </a:p>
          <a:p>
            <a:r>
              <a:rPr lang="zh-CN" altLang="en-US" sz="1200" dirty="0"/>
              <a:t>转角值</a:t>
            </a:r>
          </a:p>
        </p:txBody>
      </p:sp>
      <p:sp>
        <p:nvSpPr>
          <p:cNvPr id="26" name="箭头: 上弧形 25">
            <a:extLst>
              <a:ext uri="{FF2B5EF4-FFF2-40B4-BE49-F238E27FC236}">
                <a16:creationId xmlns:a16="http://schemas.microsoft.com/office/drawing/2014/main" id="{A9BA57B8-647C-A76C-2A14-8B2FF63F5D02}"/>
              </a:ext>
            </a:extLst>
          </p:cNvPr>
          <p:cNvSpPr/>
          <p:nvPr/>
        </p:nvSpPr>
        <p:spPr>
          <a:xfrm>
            <a:off x="5006271" y="1118400"/>
            <a:ext cx="1451080" cy="786255"/>
          </a:xfrm>
          <a:prstGeom prst="curvedDownArrow">
            <a:avLst/>
          </a:prstGeom>
          <a:solidFill>
            <a:srgbClr val="1A73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92DFB459-B1DA-7509-9273-9EF927C26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92" y="3392672"/>
            <a:ext cx="83058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3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488C8-9408-0863-C475-0B8290A2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13CF213A-A9E8-1862-7339-4DCB4CC861C1}"/>
              </a:ext>
            </a:extLst>
          </p:cNvPr>
          <p:cNvSpPr txBox="1"/>
          <p:nvPr/>
        </p:nvSpPr>
        <p:spPr>
          <a:xfrm>
            <a:off x="658893" y="437197"/>
            <a:ext cx="4658327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控制部分</a:t>
            </a:r>
            <a:r>
              <a:rPr lang="en-US" altLang="zh-CN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—</a:t>
            </a: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电机驱动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164A5"/>
                  </a:gs>
                  <a:gs pos="100000">
                    <a:srgbClr val="1A73AE"/>
                  </a:gs>
                </a:gsLst>
                <a:lin ang="2700000" scaled="0"/>
                <a:tileRect/>
              </a:gradFill>
              <a:effectLst/>
              <a:uLnTx/>
              <a:uFillTx/>
              <a:latin typeface="+mj-ea"/>
              <a:ea typeface="+mj-ea"/>
              <a:sym typeface="OPPOSans B" panose="00020600040101010101" pitchFamily="18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D7658597-2538-C85C-AA0A-5D3DA606B11E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83CD716-6143-8747-3EBA-836A24CFAB67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CB757DCE-A962-E825-2068-6CE78281A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92" y="3587417"/>
            <a:ext cx="4278495" cy="269131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62920B7-387F-637B-6360-890AF84497C3}"/>
              </a:ext>
            </a:extLst>
          </p:cNvPr>
          <p:cNvSpPr txBox="1"/>
          <p:nvPr/>
        </p:nvSpPr>
        <p:spPr>
          <a:xfrm>
            <a:off x="6686561" y="4528459"/>
            <a:ext cx="4116259" cy="203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建议：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电机驱动部分采用增量式</a:t>
            </a:r>
            <a:r>
              <a:rPr lang="en-US" altLang="zh-CN" sz="2000" b="1" dirty="0">
                <a:latin typeface="黑体" panose="02010609060101010101" charset="-122"/>
                <a:ea typeface="黑体" panose="02010609060101010101" charset="-122"/>
              </a:rPr>
              <a:t>PID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左右电机</a:t>
            </a:r>
            <a:r>
              <a:rPr lang="en-US" altLang="zh-CN" sz="2000" b="1" dirty="0">
                <a:latin typeface="黑体" panose="02010609060101010101" charset="-122"/>
                <a:ea typeface="黑体" panose="02010609060101010101" charset="-122"/>
              </a:rPr>
              <a:t>PID</a:t>
            </a: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参数分开调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在弯道处可以进行左右电机差速控制辅助转向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93C9FC-94A5-AEC3-EF98-8C808C996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92" y="1254760"/>
            <a:ext cx="5234092" cy="198615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B33133A-FDEA-013C-D8E8-E13168C59A24}"/>
              </a:ext>
            </a:extLst>
          </p:cNvPr>
          <p:cNvSpPr/>
          <p:nvPr/>
        </p:nvSpPr>
        <p:spPr>
          <a:xfrm>
            <a:off x="5699793" y="2060295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程序设定理想速度值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E4CF2-7F8C-29D3-3A73-461192590A2C}"/>
              </a:ext>
            </a:extLst>
          </p:cNvPr>
          <p:cNvSpPr/>
          <p:nvPr/>
        </p:nvSpPr>
        <p:spPr>
          <a:xfrm>
            <a:off x="6972539" y="2060294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比较器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AA31E3-F0DF-C9BD-99A9-661CF04C62BF}"/>
              </a:ext>
            </a:extLst>
          </p:cNvPr>
          <p:cNvSpPr/>
          <p:nvPr/>
        </p:nvSpPr>
        <p:spPr>
          <a:xfrm>
            <a:off x="8245285" y="2060294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PID</a:t>
            </a:r>
            <a:r>
              <a:rPr lang="zh-CN" altLang="en-US" sz="1100" dirty="0"/>
              <a:t>算法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FC5246-0BAF-118F-588D-5F5F0A19FAC0}"/>
              </a:ext>
            </a:extLst>
          </p:cNvPr>
          <p:cNvSpPr/>
          <p:nvPr/>
        </p:nvSpPr>
        <p:spPr>
          <a:xfrm>
            <a:off x="9886274" y="2953014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编码器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42255C-532B-8BE4-D96E-48BB9FFE35E6}"/>
              </a:ext>
            </a:extLst>
          </p:cNvPr>
          <p:cNvSpPr/>
          <p:nvPr/>
        </p:nvSpPr>
        <p:spPr>
          <a:xfrm>
            <a:off x="9826259" y="2054716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PWM</a:t>
            </a:r>
            <a:r>
              <a:rPr lang="zh-CN" altLang="en-US" sz="1100" dirty="0"/>
              <a:t>信号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01C499-6B60-168F-1A80-C8C581FCB021}"/>
              </a:ext>
            </a:extLst>
          </p:cNvPr>
          <p:cNvSpPr/>
          <p:nvPr/>
        </p:nvSpPr>
        <p:spPr>
          <a:xfrm>
            <a:off x="11102871" y="2054716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电机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438F647-F56D-82DC-24C0-F68F44DD828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556319" y="2303363"/>
            <a:ext cx="4162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0748849-D3E0-3FDC-72B2-F3573DB6052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829065" y="2303363"/>
            <a:ext cx="416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A7E3E8D-9163-66D2-EF90-3FD17BD3F757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9101811" y="2297785"/>
            <a:ext cx="724448" cy="5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ADF503A-DB47-5C6C-EE3F-71E08576BF8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0682785" y="2297785"/>
            <a:ext cx="420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5D2977E2-FBEB-5D13-0CB5-269C66F72E5A}"/>
              </a:ext>
            </a:extLst>
          </p:cNvPr>
          <p:cNvCxnSpPr>
            <a:stCxn id="10" idx="2"/>
            <a:endCxn id="8" idx="3"/>
          </p:cNvCxnSpPr>
          <p:nvPr/>
        </p:nvCxnSpPr>
        <p:spPr>
          <a:xfrm rot="5400000">
            <a:off x="10809352" y="2474301"/>
            <a:ext cx="655230" cy="7883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0427E8E-21A1-0D60-D496-02A9CAB008C7}"/>
              </a:ext>
            </a:extLst>
          </p:cNvPr>
          <p:cNvSpPr/>
          <p:nvPr/>
        </p:nvSpPr>
        <p:spPr>
          <a:xfrm>
            <a:off x="10374557" y="1025391"/>
            <a:ext cx="856526" cy="4861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外部噪声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8828386-EA59-6F9D-1493-CF476B1142FF}"/>
              </a:ext>
            </a:extLst>
          </p:cNvPr>
          <p:cNvCxnSpPr>
            <a:stCxn id="16" idx="2"/>
          </p:cNvCxnSpPr>
          <p:nvPr/>
        </p:nvCxnSpPr>
        <p:spPr>
          <a:xfrm>
            <a:off x="10802820" y="1511528"/>
            <a:ext cx="0" cy="786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4D190E5-7CA6-B817-4D31-A74C37B6ADA0}"/>
              </a:ext>
            </a:extLst>
          </p:cNvPr>
          <p:cNvSpPr/>
          <p:nvPr/>
        </p:nvSpPr>
        <p:spPr>
          <a:xfrm>
            <a:off x="6556318" y="1645920"/>
            <a:ext cx="3269937" cy="137159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0B252E-C045-25D8-D4D4-8C537E22E37E}"/>
              </a:ext>
            </a:extLst>
          </p:cNvPr>
          <p:cNvSpPr txBox="1"/>
          <p:nvPr/>
        </p:nvSpPr>
        <p:spPr>
          <a:xfrm>
            <a:off x="7446687" y="1701499"/>
            <a:ext cx="1489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+mj-ea"/>
                <a:ea typeface="+mj-ea"/>
              </a:rPr>
              <a:t>PID</a:t>
            </a:r>
            <a:r>
              <a:rPr lang="zh-CN" altLang="en-US" sz="1200" dirty="0">
                <a:latin typeface="+mj-ea"/>
                <a:ea typeface="+mj-ea"/>
              </a:rPr>
              <a:t>控制器</a:t>
            </a: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BC2483D9-6648-B0CB-384C-EA1CFF97CD54}"/>
              </a:ext>
            </a:extLst>
          </p:cNvPr>
          <p:cNvCxnSpPr>
            <a:stCxn id="8" idx="1"/>
            <a:endCxn id="6" idx="2"/>
          </p:cNvCxnSpPr>
          <p:nvPr/>
        </p:nvCxnSpPr>
        <p:spPr>
          <a:xfrm rot="10800000">
            <a:off x="7400802" y="2546431"/>
            <a:ext cx="2485472" cy="6496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A7D2CBE-5ED4-FAFB-5C93-3C3F2A3CB2EB}"/>
              </a:ext>
            </a:extLst>
          </p:cNvPr>
          <p:cNvSpPr txBox="1"/>
          <p:nvPr/>
        </p:nvSpPr>
        <p:spPr>
          <a:xfrm>
            <a:off x="7355840" y="2691788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反馈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0E95D3-CD80-D3F1-03CF-4DD687E5CE69}"/>
              </a:ext>
            </a:extLst>
          </p:cNvPr>
          <p:cNvSpPr txBox="1"/>
          <p:nvPr/>
        </p:nvSpPr>
        <p:spPr>
          <a:xfrm>
            <a:off x="7792370" y="20547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误差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8C16F15-EE33-2893-F750-4B63C68BFE0D}"/>
              </a:ext>
            </a:extLst>
          </p:cNvPr>
          <p:cNvSpPr txBox="1"/>
          <p:nvPr/>
        </p:nvSpPr>
        <p:spPr>
          <a:xfrm>
            <a:off x="9112230" y="185064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输出修正</a:t>
            </a:r>
            <a:endParaRPr lang="en-US" altLang="zh-CN" sz="1200" dirty="0"/>
          </a:p>
          <a:p>
            <a:r>
              <a:rPr lang="zh-CN" altLang="en-US" sz="1200" dirty="0"/>
              <a:t>速度值</a:t>
            </a:r>
          </a:p>
        </p:txBody>
      </p:sp>
      <p:sp>
        <p:nvSpPr>
          <p:cNvPr id="27" name="箭头: 上弧形 26">
            <a:extLst>
              <a:ext uri="{FF2B5EF4-FFF2-40B4-BE49-F238E27FC236}">
                <a16:creationId xmlns:a16="http://schemas.microsoft.com/office/drawing/2014/main" id="{BAE7B608-8DFE-3844-0DDD-FFF81F92E3DB}"/>
              </a:ext>
            </a:extLst>
          </p:cNvPr>
          <p:cNvSpPr/>
          <p:nvPr/>
        </p:nvSpPr>
        <p:spPr>
          <a:xfrm>
            <a:off x="5006271" y="1118400"/>
            <a:ext cx="1451080" cy="786255"/>
          </a:xfrm>
          <a:prstGeom prst="curvedDownArrow">
            <a:avLst/>
          </a:prstGeom>
          <a:solidFill>
            <a:srgbClr val="1A73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A653D97-70DD-81FD-5F03-FDB356657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697" y="3587417"/>
            <a:ext cx="71151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02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60884-1109-7E94-BDB1-A270E650F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9E730605-5B6D-1B53-7260-4F6DDA2BB6A6}"/>
              </a:ext>
            </a:extLst>
          </p:cNvPr>
          <p:cNvSpPr txBox="1"/>
          <p:nvPr/>
        </p:nvSpPr>
        <p:spPr>
          <a:xfrm>
            <a:off x="658893" y="437197"/>
            <a:ext cx="2051844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调车工具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164A5"/>
                  </a:gs>
                  <a:gs pos="100000">
                    <a:srgbClr val="1A73AE"/>
                  </a:gs>
                </a:gsLst>
                <a:lin ang="2700000" scaled="0"/>
                <a:tileRect/>
              </a:gradFill>
              <a:effectLst/>
              <a:uLnTx/>
              <a:uFillTx/>
              <a:latin typeface="+mj-ea"/>
              <a:ea typeface="+mj-ea"/>
              <a:sym typeface="OPPOSans B" panose="00020600040101010101" pitchFamily="18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E4812212-D701-4328-353C-E829CDF23302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88FE5B4-5546-C60C-1955-96995BBEAD83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2570070E-4FB9-14D2-F88D-2DDE72B357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74" y="2148122"/>
            <a:ext cx="3291879" cy="32918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0AFF56-4271-E358-F997-8778A6F94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654" y="2131822"/>
            <a:ext cx="4680010" cy="33081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21E4029-1195-9B13-1C3B-5AF3C6F221A6}"/>
              </a:ext>
            </a:extLst>
          </p:cNvPr>
          <p:cNvSpPr txBox="1"/>
          <p:nvPr/>
        </p:nvSpPr>
        <p:spPr>
          <a:xfrm>
            <a:off x="1783080" y="1417998"/>
            <a:ext cx="196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1A73AE"/>
                </a:solidFill>
                <a:latin typeface="+mn-ea"/>
              </a:rPr>
              <a:t>上位机图传</a:t>
            </a:r>
            <a:r>
              <a:rPr lang="en-US" altLang="zh-CN" b="1" dirty="0">
                <a:solidFill>
                  <a:srgbClr val="1A73AE"/>
                </a:solidFill>
                <a:latin typeface="+mn-ea"/>
              </a:rPr>
              <a:t>/</a:t>
            </a:r>
            <a:r>
              <a:rPr lang="zh-CN" altLang="en-US" b="1" dirty="0">
                <a:solidFill>
                  <a:srgbClr val="1A73AE"/>
                </a:solidFill>
                <a:latin typeface="+mn-ea"/>
              </a:rPr>
              <a:t>屏幕调元素识别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EA87EB3-E87E-7FAF-8D64-7F58AE1A7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0" y="2004838"/>
            <a:ext cx="4462883" cy="328644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8E1A939-4473-0DE0-1657-DB89BDFBD569}"/>
              </a:ext>
            </a:extLst>
          </p:cNvPr>
          <p:cNvSpPr txBox="1"/>
          <p:nvPr/>
        </p:nvSpPr>
        <p:spPr>
          <a:xfrm>
            <a:off x="8667801" y="1358507"/>
            <a:ext cx="196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1A73AE"/>
                </a:solidFill>
                <a:latin typeface="+mn-ea"/>
              </a:rPr>
              <a:t>上位机示波器调电机</a:t>
            </a:r>
            <a:r>
              <a:rPr lang="en-US" altLang="zh-CN" b="1" dirty="0">
                <a:solidFill>
                  <a:srgbClr val="1A73AE"/>
                </a:solidFill>
                <a:latin typeface="+mn-ea"/>
              </a:rPr>
              <a:t>PID</a:t>
            </a:r>
            <a:endParaRPr lang="zh-CN" altLang="en-US" b="1" dirty="0">
              <a:solidFill>
                <a:srgbClr val="1A73AE"/>
              </a:solidFill>
              <a:latin typeface="+mn-ea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7EBB562-FB9F-8FB6-D792-C1DAB774A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4713" y="2115523"/>
            <a:ext cx="3042493" cy="33081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65AC7AE-1198-C120-7BA0-F52C3E0E3A0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825" y="2164422"/>
            <a:ext cx="4381923" cy="328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46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F678-661F-903B-569D-831B2502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1CDB18D3-02C7-B8B0-D2A1-8D492DF40C46}"/>
              </a:ext>
            </a:extLst>
          </p:cNvPr>
          <p:cNvSpPr txBox="1"/>
          <p:nvPr/>
        </p:nvSpPr>
        <p:spPr>
          <a:xfrm>
            <a:off x="658893" y="437197"/>
            <a:ext cx="2051844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闭环实现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164A5"/>
                  </a:gs>
                  <a:gs pos="100000">
                    <a:srgbClr val="1A73AE"/>
                  </a:gs>
                </a:gsLst>
                <a:lin ang="2700000" scaled="0"/>
                <a:tileRect/>
              </a:gradFill>
              <a:effectLst/>
              <a:uLnTx/>
              <a:uFillTx/>
              <a:latin typeface="+mj-ea"/>
              <a:ea typeface="+mj-ea"/>
              <a:sym typeface="OPPOSans B" panose="00020600040101010101" pitchFamily="18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6CE5CDE8-C37A-B8C6-BBB4-6A3A6E87E477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D4BA698-3025-2567-9BD1-1047014E1DE7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ECB019B1-382A-4266-B25C-5B523AA43C14-1" descr="wpp">
            <a:extLst>
              <a:ext uri="{FF2B5EF4-FFF2-40B4-BE49-F238E27FC236}">
                <a16:creationId xmlns:a16="http://schemas.microsoft.com/office/drawing/2014/main" id="{8ECAAB8F-C9F5-FB22-2CD0-1B0A76B8A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120" y="2661920"/>
            <a:ext cx="9001125" cy="32099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6824518-7737-8326-7A8F-4E179F14120D}"/>
              </a:ext>
            </a:extLst>
          </p:cNvPr>
          <p:cNvSpPr txBox="1"/>
          <p:nvPr/>
        </p:nvSpPr>
        <p:spPr>
          <a:xfrm>
            <a:off x="4417695" y="1978660"/>
            <a:ext cx="33566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每一个周期循环往复</a:t>
            </a:r>
          </a:p>
        </p:txBody>
      </p:sp>
    </p:spTree>
    <p:extLst>
      <p:ext uri="{BB962C8B-B14F-4D97-AF65-F5344CB8AC3E}">
        <p14:creationId xmlns:p14="http://schemas.microsoft.com/office/powerpoint/2010/main" val="1988479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AA335-089A-F471-8206-561BE58D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6FF71089-FF00-AF77-A0B3-A69D240D3429}"/>
              </a:ext>
            </a:extLst>
          </p:cNvPr>
          <p:cNvSpPr txBox="1"/>
          <p:nvPr/>
        </p:nvSpPr>
        <p:spPr>
          <a:xfrm>
            <a:off x="658893" y="437197"/>
            <a:ext cx="2051844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effectLst/>
                <a:uLnTx/>
                <a:uFillTx/>
                <a:latin typeface="+mj-ea"/>
                <a:ea typeface="+mj-ea"/>
                <a:sym typeface="OPPOSans B" panose="00020600040101010101" pitchFamily="18" charset="-122"/>
              </a:rPr>
              <a:t>学习路线</a:t>
            </a: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4BC99DFB-88F5-F180-B356-35324FBED241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B7C5D0A-4741-2652-0FAB-4330692AB35D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54E4E2E-1469-5633-50F9-06698B22B926}"/>
              </a:ext>
            </a:extLst>
          </p:cNvPr>
          <p:cNvSpPr txBox="1"/>
          <p:nvPr/>
        </p:nvSpPr>
        <p:spPr>
          <a:xfrm>
            <a:off x="1710055" y="1760220"/>
            <a:ext cx="8771255" cy="4105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了解单片机有关知识以及基本功能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学习编译器的使用（编译、烧录、调试、监视）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学习相关单片机外设（定时器、中断）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学习调用库函数</a:t>
            </a:r>
            <a:endParaRPr lang="en-US" altLang="zh-CN" sz="24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善于寻找资源：微信公众号、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CSDN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站、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GitHub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上的项目与教程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（以上推荐所有队员均要完成，以下可进行分工）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学习元素识别算法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PID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控制算法</a:t>
            </a:r>
            <a:endParaRPr lang="en-US" altLang="zh-CN" sz="24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学习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PCB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设计（非必要）</a:t>
            </a:r>
          </a:p>
        </p:txBody>
      </p:sp>
    </p:spTree>
    <p:extLst>
      <p:ext uri="{BB962C8B-B14F-4D97-AF65-F5344CB8AC3E}">
        <p14:creationId xmlns:p14="http://schemas.microsoft.com/office/powerpoint/2010/main" val="316068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85ED-7EEE-005F-896A-26709877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99E0C930-60D7-50D6-1B90-7A7C474D4AEF}"/>
              </a:ext>
            </a:extLst>
          </p:cNvPr>
          <p:cNvSpPr txBox="1"/>
          <p:nvPr/>
        </p:nvSpPr>
        <p:spPr>
          <a:xfrm>
            <a:off x="658893" y="437197"/>
            <a:ext cx="2051844" cy="6155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lvl="0">
              <a:defRPr sz="5400" i="1">
                <a:gradFill flip="none" rotWithShape="1">
                  <a:gsLst>
                    <a:gs pos="0">
                      <a:schemeClr val="accent1">
                        <a:lumMod val="90000"/>
                        <a:lumOff val="10000"/>
                      </a:schemeClr>
                    </a:gs>
                    <a:gs pos="100000">
                      <a:schemeClr val="accent1">
                        <a:lumMod val="90000"/>
                      </a:schemeClr>
                    </a:gs>
                  </a:gsLst>
                  <a:lin ang="5400000" scaled="0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阿里巴巴普惠体 Mediu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dirty="0">
                <a:gradFill flip="none" rotWithShape="1">
                  <a:gsLst>
                    <a:gs pos="0">
                      <a:srgbClr val="0164A5"/>
                    </a:gs>
                    <a:gs pos="100000">
                      <a:srgbClr val="1A73AE"/>
                    </a:gs>
                  </a:gsLst>
                  <a:lin ang="2700000" scaled="0"/>
                  <a:tileRect/>
                </a:gradFill>
                <a:latin typeface="+mj-ea"/>
                <a:ea typeface="+mj-ea"/>
                <a:sym typeface="OPPOSans B" panose="00020600040101010101" pitchFamily="18" charset="-122"/>
              </a:rPr>
              <a:t>一点建议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164A5"/>
                  </a:gs>
                  <a:gs pos="100000">
                    <a:srgbClr val="1A73AE"/>
                  </a:gs>
                </a:gsLst>
                <a:lin ang="2700000" scaled="0"/>
                <a:tileRect/>
              </a:gradFill>
              <a:effectLst/>
              <a:uLnTx/>
              <a:uFillTx/>
              <a:latin typeface="+mj-ea"/>
              <a:ea typeface="+mj-ea"/>
              <a:sym typeface="OPPOSans B" panose="00020600040101010101" pitchFamily="18" charset="-122"/>
            </a:endParaRPr>
          </a:p>
        </p:txBody>
      </p: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4CCA1E96-6783-A2EE-A4B6-FAF4643C37FD}"/>
              </a:ext>
            </a:extLst>
          </p:cNvPr>
          <p:cNvSpPr/>
          <p:nvPr/>
        </p:nvSpPr>
        <p:spPr>
          <a:xfrm>
            <a:off x="401706" y="549275"/>
            <a:ext cx="187574" cy="487175"/>
          </a:xfrm>
          <a:prstGeom prst="parallelogram">
            <a:avLst>
              <a:gd name="adj" fmla="val 31028"/>
            </a:avLst>
          </a:prstGeom>
          <a:gradFill>
            <a:gsLst>
              <a:gs pos="0">
                <a:srgbClr val="0164A5"/>
              </a:gs>
              <a:gs pos="100000">
                <a:srgbClr val="1A73A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A14344C-8A50-4D86-4432-5FB163378D85}"/>
              </a:ext>
            </a:extLst>
          </p:cNvPr>
          <p:cNvCxnSpPr/>
          <p:nvPr/>
        </p:nvCxnSpPr>
        <p:spPr>
          <a:xfrm>
            <a:off x="2690893" y="1036450"/>
            <a:ext cx="8911827" cy="0"/>
          </a:xfrm>
          <a:prstGeom prst="line">
            <a:avLst/>
          </a:prstGeom>
          <a:ln>
            <a:solidFill>
              <a:srgbClr val="016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A27A198-FBEA-99B6-E704-E556FB501449}"/>
              </a:ext>
            </a:extLst>
          </p:cNvPr>
          <p:cNvSpPr txBox="1"/>
          <p:nvPr/>
        </p:nvSpPr>
        <p:spPr>
          <a:xfrm>
            <a:off x="1710372" y="1525672"/>
            <a:ext cx="8771255" cy="3236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选择队友时明确各自对比赛的态度以及期望，做好分工；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遇到无法解决的困难及时寻找帮助，减少无效的做功；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善于运用工具辅助调试、多多寻找网络资源进行学习；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智能车要重视硬件，良好的车模机械结构、布局与合适的器件参数是取得好成绩的基础，也决定了小车的上限；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智能车比赛不论是调图像元素还是控制参数都会比较枯燥，要沉住气，越调越熟练；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智能车比赛时间较紧，建议合理分配时间，赶前不赶后；</a:t>
            </a:r>
            <a:endParaRPr lang="en-US" altLang="zh-CN" sz="20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2208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webp_yd5cy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 r="3704"/>
          <a:stretch>
            <a:fillRect/>
          </a:stretch>
        </p:blipFill>
        <p:spPr>
          <a:xfrm>
            <a:off x="2" y="0"/>
            <a:ext cx="12191998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9418" y="-4876"/>
            <a:ext cx="12201418" cy="6862876"/>
          </a:xfrm>
          <a:prstGeom prst="rect">
            <a:avLst/>
          </a:prstGeom>
          <a:solidFill>
            <a:srgbClr val="007BC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 rot="19983875">
            <a:off x="5511359" y="1737763"/>
            <a:ext cx="9888058" cy="9888058"/>
          </a:xfrm>
          <a:prstGeom prst="ellipse">
            <a:avLst/>
          </a:prstGeom>
          <a:gradFill flip="none" rotWithShape="1">
            <a:gsLst>
              <a:gs pos="5500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 rot="4616209">
            <a:off x="-3708931" y="1065887"/>
            <a:ext cx="7528182" cy="7528180"/>
            <a:chOff x="984860" y="319772"/>
            <a:chExt cx="3597810" cy="3597810"/>
          </a:xfrm>
        </p:grpSpPr>
        <p:sp>
          <p:nvSpPr>
            <p:cNvPr id="16" name="弧形 15"/>
            <p:cNvSpPr/>
            <p:nvPr/>
          </p:nvSpPr>
          <p:spPr>
            <a:xfrm rot="19247356">
              <a:off x="984860" y="319772"/>
              <a:ext cx="3597810" cy="3597810"/>
            </a:xfrm>
            <a:prstGeom prst="arc">
              <a:avLst>
                <a:gd name="adj1" fmla="val 3787909"/>
                <a:gd name="adj2" fmla="val 135280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7" name="弧形 16"/>
            <p:cNvSpPr/>
            <p:nvPr/>
          </p:nvSpPr>
          <p:spPr>
            <a:xfrm rot="3600000">
              <a:off x="1276500" y="611412"/>
              <a:ext cx="3014532" cy="3014529"/>
            </a:xfrm>
            <a:prstGeom prst="arc">
              <a:avLst>
                <a:gd name="adj1" fmla="val 4665090"/>
                <a:gd name="adj2" fmla="val 3286922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9" name="弧形 18"/>
            <p:cNvSpPr/>
            <p:nvPr/>
          </p:nvSpPr>
          <p:spPr>
            <a:xfrm rot="16200000">
              <a:off x="1568144" y="903054"/>
              <a:ext cx="2431247" cy="2431250"/>
            </a:xfrm>
            <a:prstGeom prst="arc">
              <a:avLst>
                <a:gd name="adj1" fmla="val 2309603"/>
                <a:gd name="adj2" fmla="val 21408069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0" name="弧形 19"/>
            <p:cNvSpPr/>
            <p:nvPr/>
          </p:nvSpPr>
          <p:spPr>
            <a:xfrm rot="11700000">
              <a:off x="1859783" y="1194692"/>
              <a:ext cx="1847969" cy="1847971"/>
            </a:xfrm>
            <a:prstGeom prst="arc">
              <a:avLst>
                <a:gd name="adj1" fmla="val 18739817"/>
                <a:gd name="adj2" fmla="val 16835760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1" name="弧形 20"/>
            <p:cNvSpPr/>
            <p:nvPr/>
          </p:nvSpPr>
          <p:spPr>
            <a:xfrm rot="6300000">
              <a:off x="2151423" y="1486333"/>
              <a:ext cx="1264688" cy="1264688"/>
            </a:xfrm>
            <a:prstGeom prst="arc">
              <a:avLst>
                <a:gd name="adj1" fmla="val 8934630"/>
                <a:gd name="adj2" fmla="val 7854171"/>
              </a:avLst>
            </a:prstGeom>
            <a:ln w="3175">
              <a:gradFill>
                <a:gsLst>
                  <a:gs pos="0">
                    <a:srgbClr val="FAD4A5">
                      <a:alpha val="25000"/>
                    </a:srgbClr>
                  </a:gs>
                  <a:gs pos="97279">
                    <a:srgbClr val="FAD4A5">
                      <a:alpha val="15000"/>
                    </a:srgbClr>
                  </a:gs>
                  <a:gs pos="49000">
                    <a:srgbClr val="E5BA8D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257465" y="1753094"/>
            <a:ext cx="81998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>
                  <a:outerShdw blurRad="254000" dist="190500" dir="1680000" algn="ctr" rotWithShape="0">
                    <a:srgbClr val="000000">
                      <a:alpha val="41000"/>
                    </a:srgbClr>
                  </a:outerShdw>
                </a:effectLst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</a:rPr>
              <a:t>谢谢大家！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1359719" y="3171373"/>
            <a:ext cx="537694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257465" y="3212865"/>
            <a:ext cx="4463229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FDE4BF"/>
                    </a:gs>
                  </a:gsLst>
                  <a:lin ang="27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</a:rPr>
              <a:t>祝大家取得理想成绩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alphaModFix amt="10000"/>
          </a:blip>
          <a:srcRect t="23606" r="6844"/>
          <a:stretch>
            <a:fillRect/>
          </a:stretch>
        </p:blipFill>
        <p:spPr>
          <a:xfrm flipH="1">
            <a:off x="-72180" y="34527"/>
            <a:ext cx="5661627" cy="887697"/>
          </a:xfrm>
          <a:custGeom>
            <a:avLst/>
            <a:gdLst>
              <a:gd name="connsiteX0" fmla="*/ 0 w 5571355"/>
              <a:gd name="connsiteY0" fmla="*/ 0 h 661348"/>
              <a:gd name="connsiteX1" fmla="*/ 5571355 w 5571355"/>
              <a:gd name="connsiteY1" fmla="*/ 0 h 661348"/>
              <a:gd name="connsiteX2" fmla="*/ 5571355 w 5571355"/>
              <a:gd name="connsiteY2" fmla="*/ 661348 h 661348"/>
              <a:gd name="connsiteX3" fmla="*/ 0 w 5571355"/>
              <a:gd name="connsiteY3" fmla="*/ 661348 h 66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1355" h="661348">
                <a:moveTo>
                  <a:pt x="0" y="0"/>
                </a:moveTo>
                <a:lnTo>
                  <a:pt x="5571355" y="0"/>
                </a:lnTo>
                <a:lnTo>
                  <a:pt x="5571355" y="661348"/>
                </a:lnTo>
                <a:lnTo>
                  <a:pt x="0" y="661348"/>
                </a:lnTo>
                <a:close/>
              </a:path>
            </a:pathLst>
          </a:custGeom>
        </p:spPr>
      </p:pic>
      <p:grpSp>
        <p:nvGrpSpPr>
          <p:cNvPr id="70" name="组合 69"/>
          <p:cNvGrpSpPr/>
          <p:nvPr/>
        </p:nvGrpSpPr>
        <p:grpSpPr>
          <a:xfrm>
            <a:off x="1" y="628693"/>
            <a:ext cx="12191999" cy="619006"/>
            <a:chOff x="1" y="628693"/>
            <a:chExt cx="12191999" cy="619006"/>
          </a:xfrm>
        </p:grpSpPr>
        <p:grpSp>
          <p:nvGrpSpPr>
            <p:cNvPr id="50" name="组合 49"/>
            <p:cNvGrpSpPr/>
            <p:nvPr/>
          </p:nvGrpSpPr>
          <p:grpSpPr>
            <a:xfrm>
              <a:off x="1" y="938196"/>
              <a:ext cx="12191999" cy="0"/>
              <a:chOff x="2" y="972716"/>
              <a:chExt cx="12191999" cy="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2" y="972716"/>
                <a:ext cx="5647265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 flipH="1">
                <a:off x="6570133" y="972716"/>
                <a:ext cx="5621868" cy="0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6497" y="628693"/>
              <a:ext cx="619006" cy="619006"/>
            </a:xfrm>
            <a:prstGeom prst="rect">
              <a:avLst/>
            </a:prstGeom>
          </p:spPr>
        </p:pic>
      </p:grpSp>
      <p:grpSp>
        <p:nvGrpSpPr>
          <p:cNvPr id="74" name="组合 73"/>
          <p:cNvGrpSpPr/>
          <p:nvPr/>
        </p:nvGrpSpPr>
        <p:grpSpPr>
          <a:xfrm>
            <a:off x="9593680" y="4384247"/>
            <a:ext cx="2283100" cy="2382895"/>
            <a:chOff x="10006941" y="5020448"/>
            <a:chExt cx="1531151" cy="1598081"/>
          </a:xfrm>
        </p:grpSpPr>
        <p:sp>
          <p:nvSpPr>
            <p:cNvPr id="57" name="任意多边形: 形状 56"/>
            <p:cNvSpPr/>
            <p:nvPr/>
          </p:nvSpPr>
          <p:spPr>
            <a:xfrm>
              <a:off x="10070405" y="5323371"/>
              <a:ext cx="1403954" cy="118129"/>
            </a:xfrm>
            <a:custGeom>
              <a:avLst/>
              <a:gdLst>
                <a:gd name="connsiteX0" fmla="*/ 0 w 1403954"/>
                <a:gd name="connsiteY0" fmla="*/ 0 h 118129"/>
                <a:gd name="connsiteX1" fmla="*/ 1403955 w 1403954"/>
                <a:gd name="connsiteY1" fmla="*/ 0 h 118129"/>
                <a:gd name="connsiteX2" fmla="*/ 1403955 w 1403954"/>
                <a:gd name="connsiteY2" fmla="*/ 118130 h 118129"/>
                <a:gd name="connsiteX3" fmla="*/ 0 w 1403954"/>
                <a:gd name="connsiteY3" fmla="*/ 118130 h 11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3954" h="118129">
                  <a:moveTo>
                    <a:pt x="0" y="0"/>
                  </a:moveTo>
                  <a:lnTo>
                    <a:pt x="1403955" y="0"/>
                  </a:lnTo>
                  <a:lnTo>
                    <a:pt x="1403955" y="118130"/>
                  </a:lnTo>
                  <a:lnTo>
                    <a:pt x="0" y="11813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10006941" y="5020448"/>
              <a:ext cx="1531151" cy="1598081"/>
              <a:chOff x="10006941" y="5020448"/>
              <a:chExt cx="1531151" cy="1598081"/>
            </a:xfrm>
          </p:grpSpPr>
          <p:sp>
            <p:nvSpPr>
              <p:cNvPr id="56" name="任意多边形: 形状 55"/>
              <p:cNvSpPr/>
              <p:nvPr/>
            </p:nvSpPr>
            <p:spPr>
              <a:xfrm>
                <a:off x="10067473" y="5020448"/>
                <a:ext cx="1410087" cy="243458"/>
              </a:xfrm>
              <a:custGeom>
                <a:avLst/>
                <a:gdLst>
                  <a:gd name="connsiteX0" fmla="*/ 1410087 w 1410087"/>
                  <a:gd name="connsiteY0" fmla="*/ 243459 h 243458"/>
                  <a:gd name="connsiteX1" fmla="*/ 0 w 1410087"/>
                  <a:gd name="connsiteY1" fmla="*/ 243459 h 243458"/>
                  <a:gd name="connsiteX2" fmla="*/ 699977 w 1410087"/>
                  <a:gd name="connsiteY2" fmla="*/ 0 h 243458"/>
                  <a:gd name="connsiteX3" fmla="*/ 1410087 w 1410087"/>
                  <a:gd name="connsiteY3" fmla="*/ 243459 h 24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087" h="243458">
                    <a:moveTo>
                      <a:pt x="1410087" y="243459"/>
                    </a:moveTo>
                    <a:lnTo>
                      <a:pt x="0" y="243459"/>
                    </a:lnTo>
                    <a:lnTo>
                      <a:pt x="699977" y="0"/>
                    </a:lnTo>
                    <a:lnTo>
                      <a:pt x="1410087" y="24345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10006941" y="6105479"/>
                <a:ext cx="1531150" cy="119729"/>
              </a:xfrm>
              <a:custGeom>
                <a:avLst/>
                <a:gdLst>
                  <a:gd name="connsiteX0" fmla="*/ 0 w 1531150"/>
                  <a:gd name="connsiteY0" fmla="*/ 0 h 119729"/>
                  <a:gd name="connsiteX1" fmla="*/ 1531151 w 1531150"/>
                  <a:gd name="connsiteY1" fmla="*/ 0 h 119729"/>
                  <a:gd name="connsiteX2" fmla="*/ 1531151 w 1531150"/>
                  <a:gd name="connsiteY2" fmla="*/ 119729 h 119729"/>
                  <a:gd name="connsiteX3" fmla="*/ 0 w 1531150"/>
                  <a:gd name="connsiteY3" fmla="*/ 119729 h 119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1150" h="119729">
                    <a:moveTo>
                      <a:pt x="0" y="0"/>
                    </a:moveTo>
                    <a:lnTo>
                      <a:pt x="1531151" y="0"/>
                    </a:lnTo>
                    <a:lnTo>
                      <a:pt x="1531151" y="119729"/>
                    </a:lnTo>
                    <a:lnTo>
                      <a:pt x="0" y="11972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10070405" y="6282540"/>
                <a:ext cx="1403954" cy="335989"/>
              </a:xfrm>
              <a:custGeom>
                <a:avLst/>
                <a:gdLst>
                  <a:gd name="connsiteX0" fmla="*/ 1403955 w 1403954"/>
                  <a:gd name="connsiteY0" fmla="*/ 335989 h 335989"/>
                  <a:gd name="connsiteX1" fmla="*/ 1249826 w 1403954"/>
                  <a:gd name="connsiteY1" fmla="*/ 335989 h 335989"/>
                  <a:gd name="connsiteX2" fmla="*/ 1249826 w 1403954"/>
                  <a:gd name="connsiteY2" fmla="*/ 102930 h 335989"/>
                  <a:gd name="connsiteX3" fmla="*/ 1062099 w 1403954"/>
                  <a:gd name="connsiteY3" fmla="*/ 102930 h 335989"/>
                  <a:gd name="connsiteX4" fmla="*/ 1062099 w 1403954"/>
                  <a:gd name="connsiteY4" fmla="*/ 335989 h 335989"/>
                  <a:gd name="connsiteX5" fmla="*/ 795975 w 1403954"/>
                  <a:gd name="connsiteY5" fmla="*/ 335989 h 335989"/>
                  <a:gd name="connsiteX6" fmla="*/ 795975 w 1403954"/>
                  <a:gd name="connsiteY6" fmla="*/ 102930 h 335989"/>
                  <a:gd name="connsiteX7" fmla="*/ 608247 w 1403954"/>
                  <a:gd name="connsiteY7" fmla="*/ 102930 h 335989"/>
                  <a:gd name="connsiteX8" fmla="*/ 608247 w 1403954"/>
                  <a:gd name="connsiteY8" fmla="*/ 335989 h 335989"/>
                  <a:gd name="connsiteX9" fmla="*/ 341856 w 1403954"/>
                  <a:gd name="connsiteY9" fmla="*/ 335989 h 335989"/>
                  <a:gd name="connsiteX10" fmla="*/ 341856 w 1403954"/>
                  <a:gd name="connsiteY10" fmla="*/ 102930 h 335989"/>
                  <a:gd name="connsiteX11" fmla="*/ 154395 w 1403954"/>
                  <a:gd name="connsiteY11" fmla="*/ 102930 h 335989"/>
                  <a:gd name="connsiteX12" fmla="*/ 154395 w 1403954"/>
                  <a:gd name="connsiteY12" fmla="*/ 335989 h 335989"/>
                  <a:gd name="connsiteX13" fmla="*/ 0 w 1403954"/>
                  <a:gd name="connsiteY13" fmla="*/ 335989 h 335989"/>
                  <a:gd name="connsiteX14" fmla="*/ 0 w 1403954"/>
                  <a:gd name="connsiteY14" fmla="*/ 0 h 335989"/>
                  <a:gd name="connsiteX15" fmla="*/ 1403955 w 1403954"/>
                  <a:gd name="connsiteY15" fmla="*/ 0 h 335989"/>
                  <a:gd name="connsiteX16" fmla="*/ 1403955 w 1403954"/>
                  <a:gd name="connsiteY16" fmla="*/ 335989 h 335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03954" h="335989">
                    <a:moveTo>
                      <a:pt x="1403955" y="335989"/>
                    </a:moveTo>
                    <a:lnTo>
                      <a:pt x="1249826" y="335989"/>
                    </a:lnTo>
                    <a:lnTo>
                      <a:pt x="1249826" y="102930"/>
                    </a:lnTo>
                    <a:lnTo>
                      <a:pt x="1062099" y="102930"/>
                    </a:lnTo>
                    <a:lnTo>
                      <a:pt x="1062099" y="335989"/>
                    </a:lnTo>
                    <a:lnTo>
                      <a:pt x="795975" y="335989"/>
                    </a:lnTo>
                    <a:lnTo>
                      <a:pt x="795975" y="102930"/>
                    </a:lnTo>
                    <a:lnTo>
                      <a:pt x="608247" y="102930"/>
                    </a:lnTo>
                    <a:lnTo>
                      <a:pt x="608247" y="335989"/>
                    </a:lnTo>
                    <a:lnTo>
                      <a:pt x="341856" y="335989"/>
                    </a:lnTo>
                    <a:lnTo>
                      <a:pt x="341856" y="102930"/>
                    </a:lnTo>
                    <a:lnTo>
                      <a:pt x="154395" y="102930"/>
                    </a:lnTo>
                    <a:lnTo>
                      <a:pt x="154395" y="335989"/>
                    </a:lnTo>
                    <a:lnTo>
                      <a:pt x="0" y="335989"/>
                    </a:lnTo>
                    <a:lnTo>
                      <a:pt x="0" y="0"/>
                    </a:lnTo>
                    <a:lnTo>
                      <a:pt x="1403955" y="0"/>
                    </a:lnTo>
                    <a:lnTo>
                      <a:pt x="1403955" y="33598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10006941" y="5498832"/>
                <a:ext cx="1531151" cy="541582"/>
              </a:xfrm>
              <a:custGeom>
                <a:avLst/>
                <a:gdLst>
                  <a:gd name="connsiteX0" fmla="*/ 63465 w 1531151"/>
                  <a:gd name="connsiteY0" fmla="*/ 482651 h 541582"/>
                  <a:gd name="connsiteX1" fmla="*/ 0 w 1531151"/>
                  <a:gd name="connsiteY1" fmla="*/ 482651 h 541582"/>
                  <a:gd name="connsiteX2" fmla="*/ 0 w 1531151"/>
                  <a:gd name="connsiteY2" fmla="*/ 541583 h 541582"/>
                  <a:gd name="connsiteX3" fmla="*/ 1531151 w 1531151"/>
                  <a:gd name="connsiteY3" fmla="*/ 541583 h 541582"/>
                  <a:gd name="connsiteX4" fmla="*/ 1531151 w 1531151"/>
                  <a:gd name="connsiteY4" fmla="*/ 482651 h 541582"/>
                  <a:gd name="connsiteX5" fmla="*/ 1467419 w 1531151"/>
                  <a:gd name="connsiteY5" fmla="*/ 482651 h 541582"/>
                  <a:gd name="connsiteX6" fmla="*/ 1467419 w 1531151"/>
                  <a:gd name="connsiteY6" fmla="*/ 0 h 541582"/>
                  <a:gd name="connsiteX7" fmla="*/ 63465 w 1531151"/>
                  <a:gd name="connsiteY7" fmla="*/ 0 h 541582"/>
                  <a:gd name="connsiteX8" fmla="*/ 63465 w 1531151"/>
                  <a:gd name="connsiteY8" fmla="*/ 482651 h 541582"/>
                  <a:gd name="connsiteX9" fmla="*/ 1040766 w 1531151"/>
                  <a:gd name="connsiteY9" fmla="*/ 98397 h 541582"/>
                  <a:gd name="connsiteX10" fmla="*/ 1319158 w 1531151"/>
                  <a:gd name="connsiteY10" fmla="*/ 98397 h 541582"/>
                  <a:gd name="connsiteX11" fmla="*/ 1319158 w 1531151"/>
                  <a:gd name="connsiteY11" fmla="*/ 481585 h 541582"/>
                  <a:gd name="connsiteX12" fmla="*/ 1040766 w 1531151"/>
                  <a:gd name="connsiteY12" fmla="*/ 481585 h 541582"/>
                  <a:gd name="connsiteX13" fmla="*/ 1040766 w 1531151"/>
                  <a:gd name="connsiteY13" fmla="*/ 98397 h 541582"/>
                  <a:gd name="connsiteX14" fmla="*/ 626114 w 1531151"/>
                  <a:gd name="connsiteY14" fmla="*/ 98397 h 541582"/>
                  <a:gd name="connsiteX15" fmla="*/ 904505 w 1531151"/>
                  <a:gd name="connsiteY15" fmla="*/ 98397 h 541582"/>
                  <a:gd name="connsiteX16" fmla="*/ 904505 w 1531151"/>
                  <a:gd name="connsiteY16" fmla="*/ 481585 h 541582"/>
                  <a:gd name="connsiteX17" fmla="*/ 626114 w 1531151"/>
                  <a:gd name="connsiteY17" fmla="*/ 481585 h 541582"/>
                  <a:gd name="connsiteX18" fmla="*/ 626114 w 1531151"/>
                  <a:gd name="connsiteY18" fmla="*/ 98397 h 541582"/>
                  <a:gd name="connsiteX19" fmla="*/ 211460 w 1531151"/>
                  <a:gd name="connsiteY19" fmla="*/ 98397 h 541582"/>
                  <a:gd name="connsiteX20" fmla="*/ 489851 w 1531151"/>
                  <a:gd name="connsiteY20" fmla="*/ 98397 h 541582"/>
                  <a:gd name="connsiteX21" fmla="*/ 489851 w 1531151"/>
                  <a:gd name="connsiteY21" fmla="*/ 481585 h 541582"/>
                  <a:gd name="connsiteX22" fmla="*/ 211460 w 1531151"/>
                  <a:gd name="connsiteY22" fmla="*/ 481585 h 541582"/>
                  <a:gd name="connsiteX23" fmla="*/ 211460 w 1531151"/>
                  <a:gd name="connsiteY23" fmla="*/ 98397 h 54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31151" h="541582">
                    <a:moveTo>
                      <a:pt x="63465" y="482651"/>
                    </a:moveTo>
                    <a:lnTo>
                      <a:pt x="0" y="482651"/>
                    </a:lnTo>
                    <a:cubicBezTo>
                      <a:pt x="0" y="482651"/>
                      <a:pt x="0" y="541583"/>
                      <a:pt x="0" y="541583"/>
                    </a:cubicBezTo>
                    <a:lnTo>
                      <a:pt x="1531151" y="541583"/>
                    </a:lnTo>
                    <a:cubicBezTo>
                      <a:pt x="1531151" y="541583"/>
                      <a:pt x="1531151" y="482651"/>
                      <a:pt x="1531151" y="482651"/>
                    </a:cubicBezTo>
                    <a:lnTo>
                      <a:pt x="1467419" y="482651"/>
                    </a:lnTo>
                    <a:lnTo>
                      <a:pt x="1467419" y="0"/>
                    </a:lnTo>
                    <a:cubicBezTo>
                      <a:pt x="1467419" y="0"/>
                      <a:pt x="63465" y="0"/>
                      <a:pt x="63465" y="0"/>
                    </a:cubicBezTo>
                    <a:lnTo>
                      <a:pt x="63465" y="482651"/>
                    </a:lnTo>
                    <a:close/>
                    <a:moveTo>
                      <a:pt x="1040766" y="98397"/>
                    </a:moveTo>
                    <a:lnTo>
                      <a:pt x="1319158" y="98397"/>
                    </a:lnTo>
                    <a:lnTo>
                      <a:pt x="1319158" y="481585"/>
                    </a:lnTo>
                    <a:lnTo>
                      <a:pt x="1040766" y="481585"/>
                    </a:lnTo>
                    <a:lnTo>
                      <a:pt x="1040766" y="98397"/>
                    </a:lnTo>
                    <a:close/>
                    <a:moveTo>
                      <a:pt x="626114" y="98397"/>
                    </a:moveTo>
                    <a:lnTo>
                      <a:pt x="904505" y="98397"/>
                    </a:lnTo>
                    <a:lnTo>
                      <a:pt x="904505" y="481585"/>
                    </a:lnTo>
                    <a:lnTo>
                      <a:pt x="626114" y="481585"/>
                    </a:lnTo>
                    <a:lnTo>
                      <a:pt x="626114" y="98397"/>
                    </a:lnTo>
                    <a:close/>
                    <a:moveTo>
                      <a:pt x="211460" y="98397"/>
                    </a:moveTo>
                    <a:lnTo>
                      <a:pt x="489851" y="98397"/>
                    </a:lnTo>
                    <a:lnTo>
                      <a:pt x="489851" y="481585"/>
                    </a:lnTo>
                    <a:lnTo>
                      <a:pt x="211460" y="481585"/>
                    </a:lnTo>
                    <a:lnTo>
                      <a:pt x="211460" y="9839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</p:grpSp>
      </p:grpSp>
      <p:sp>
        <p:nvSpPr>
          <p:cNvPr id="72" name="任意多边形: 形状 71"/>
          <p:cNvSpPr/>
          <p:nvPr/>
        </p:nvSpPr>
        <p:spPr>
          <a:xfrm>
            <a:off x="2743714" y="3003916"/>
            <a:ext cx="16232370" cy="3854084"/>
          </a:xfrm>
          <a:custGeom>
            <a:avLst/>
            <a:gdLst>
              <a:gd name="connsiteX0" fmla="*/ 2669343 w 5566050"/>
              <a:gd name="connsiteY0" fmla="*/ 0 h 1321558"/>
              <a:gd name="connsiteX1" fmla="*/ 2669876 w 5566050"/>
              <a:gd name="connsiteY1" fmla="*/ 0 h 1321558"/>
              <a:gd name="connsiteX2" fmla="*/ 2808538 w 5566050"/>
              <a:gd name="connsiteY2" fmla="*/ 0 h 1321558"/>
              <a:gd name="connsiteX3" fmla="*/ 2808538 w 5566050"/>
              <a:gd name="connsiteY3" fmla="*/ 163728 h 1321558"/>
              <a:gd name="connsiteX4" fmla="*/ 2903469 w 5566050"/>
              <a:gd name="connsiteY4" fmla="*/ 191194 h 1321558"/>
              <a:gd name="connsiteX5" fmla="*/ 3011732 w 5566050"/>
              <a:gd name="connsiteY5" fmla="*/ 247459 h 1321558"/>
              <a:gd name="connsiteX6" fmla="*/ 3030664 w 5566050"/>
              <a:gd name="connsiteY6" fmla="*/ 262392 h 1321558"/>
              <a:gd name="connsiteX7" fmla="*/ 3030664 w 5566050"/>
              <a:gd name="connsiteY7" fmla="*/ 355189 h 1321558"/>
              <a:gd name="connsiteX8" fmla="*/ 2983999 w 5566050"/>
              <a:gd name="connsiteY8" fmla="*/ 355189 h 1321558"/>
              <a:gd name="connsiteX9" fmla="*/ 2983999 w 5566050"/>
              <a:gd name="connsiteY9" fmla="*/ 380521 h 1321558"/>
              <a:gd name="connsiteX10" fmla="*/ 3470384 w 5566050"/>
              <a:gd name="connsiteY10" fmla="*/ 613314 h 1321558"/>
              <a:gd name="connsiteX11" fmla="*/ 3721575 w 5566050"/>
              <a:gd name="connsiteY11" fmla="*/ 1021300 h 1321558"/>
              <a:gd name="connsiteX12" fmla="*/ 3983434 w 5566050"/>
              <a:gd name="connsiteY12" fmla="*/ 1021300 h 1321558"/>
              <a:gd name="connsiteX13" fmla="*/ 3983434 w 5566050"/>
              <a:gd name="connsiteY13" fmla="*/ 1271959 h 1321558"/>
              <a:gd name="connsiteX14" fmla="*/ 5566050 w 5566050"/>
              <a:gd name="connsiteY14" fmla="*/ 1271959 h 1321558"/>
              <a:gd name="connsiteX15" fmla="*/ 5566050 w 5566050"/>
              <a:gd name="connsiteY15" fmla="*/ 1321291 h 1321558"/>
              <a:gd name="connsiteX16" fmla="*/ 3934102 w 5566050"/>
              <a:gd name="connsiteY16" fmla="*/ 1321291 h 1321558"/>
              <a:gd name="connsiteX17" fmla="*/ 3934102 w 5566050"/>
              <a:gd name="connsiteY17" fmla="*/ 1070632 h 1321558"/>
              <a:gd name="connsiteX18" fmla="*/ 3682910 w 5566050"/>
              <a:gd name="connsiteY18" fmla="*/ 1070632 h 1321558"/>
              <a:gd name="connsiteX19" fmla="*/ 3436518 w 5566050"/>
              <a:gd name="connsiteY19" fmla="*/ 649312 h 1321558"/>
              <a:gd name="connsiteX20" fmla="*/ 2934401 w 5566050"/>
              <a:gd name="connsiteY20" fmla="*/ 421853 h 1321558"/>
              <a:gd name="connsiteX21" fmla="*/ 2934401 w 5566050"/>
              <a:gd name="connsiteY21" fmla="*/ 305857 h 1321558"/>
              <a:gd name="connsiteX22" fmla="*/ 2981066 w 5566050"/>
              <a:gd name="connsiteY22" fmla="*/ 305857 h 1321558"/>
              <a:gd name="connsiteX23" fmla="*/ 2981066 w 5566050"/>
              <a:gd name="connsiteY23" fmla="*/ 286391 h 1321558"/>
              <a:gd name="connsiteX24" fmla="*/ 2885869 w 5566050"/>
              <a:gd name="connsiteY24" fmla="*/ 237326 h 1321558"/>
              <a:gd name="connsiteX25" fmla="*/ 2758940 w 5566050"/>
              <a:gd name="connsiteY25" fmla="*/ 204527 h 1321558"/>
              <a:gd name="connsiteX26" fmla="*/ 2758940 w 5566050"/>
              <a:gd name="connsiteY26" fmla="*/ 39732 h 1321558"/>
              <a:gd name="connsiteX27" fmla="*/ 2718942 w 5566050"/>
              <a:gd name="connsiteY27" fmla="*/ 39732 h 1321558"/>
              <a:gd name="connsiteX28" fmla="*/ 2718942 w 5566050"/>
              <a:gd name="connsiteY28" fmla="*/ 204793 h 1321558"/>
              <a:gd name="connsiteX29" fmla="*/ 2592012 w 5566050"/>
              <a:gd name="connsiteY29" fmla="*/ 237592 h 1321558"/>
              <a:gd name="connsiteX30" fmla="*/ 2496282 w 5566050"/>
              <a:gd name="connsiteY30" fmla="*/ 286657 h 1321558"/>
              <a:gd name="connsiteX31" fmla="*/ 2496282 w 5566050"/>
              <a:gd name="connsiteY31" fmla="*/ 306123 h 1321558"/>
              <a:gd name="connsiteX32" fmla="*/ 2543747 w 5566050"/>
              <a:gd name="connsiteY32" fmla="*/ 306123 h 1321558"/>
              <a:gd name="connsiteX33" fmla="*/ 2543747 w 5566050"/>
              <a:gd name="connsiteY33" fmla="*/ 422120 h 1321558"/>
              <a:gd name="connsiteX34" fmla="*/ 2041630 w 5566050"/>
              <a:gd name="connsiteY34" fmla="*/ 649579 h 1321558"/>
              <a:gd name="connsiteX35" fmla="*/ 1794971 w 5566050"/>
              <a:gd name="connsiteY35" fmla="*/ 1070899 h 1321558"/>
              <a:gd name="connsiteX36" fmla="*/ 1544312 w 5566050"/>
              <a:gd name="connsiteY36" fmla="*/ 1070899 h 1321558"/>
              <a:gd name="connsiteX37" fmla="*/ 1544312 w 5566050"/>
              <a:gd name="connsiteY37" fmla="*/ 1321558 h 1321558"/>
              <a:gd name="connsiteX38" fmla="*/ 0 w 5566050"/>
              <a:gd name="connsiteY38" fmla="*/ 1321558 h 1321558"/>
              <a:gd name="connsiteX39" fmla="*/ 0 w 5566050"/>
              <a:gd name="connsiteY39" fmla="*/ 1272226 h 1321558"/>
              <a:gd name="connsiteX40" fmla="*/ 1494714 w 5566050"/>
              <a:gd name="connsiteY40" fmla="*/ 1272226 h 1321558"/>
              <a:gd name="connsiteX41" fmla="*/ 1494714 w 5566050"/>
              <a:gd name="connsiteY41" fmla="*/ 1021567 h 1321558"/>
              <a:gd name="connsiteX42" fmla="*/ 1754973 w 5566050"/>
              <a:gd name="connsiteY42" fmla="*/ 1021567 h 1321558"/>
              <a:gd name="connsiteX43" fmla="*/ 2006697 w 5566050"/>
              <a:gd name="connsiteY43" fmla="*/ 614380 h 1321558"/>
              <a:gd name="connsiteX44" fmla="*/ 2493882 w 5566050"/>
              <a:gd name="connsiteY44" fmla="*/ 377855 h 1321558"/>
              <a:gd name="connsiteX45" fmla="*/ 2493882 w 5566050"/>
              <a:gd name="connsiteY45" fmla="*/ 355455 h 1321558"/>
              <a:gd name="connsiteX46" fmla="*/ 2446417 w 5566050"/>
              <a:gd name="connsiteY46" fmla="*/ 355455 h 1321558"/>
              <a:gd name="connsiteX47" fmla="*/ 2446417 w 5566050"/>
              <a:gd name="connsiteY47" fmla="*/ 262392 h 1321558"/>
              <a:gd name="connsiteX48" fmla="*/ 2465883 w 5566050"/>
              <a:gd name="connsiteY48" fmla="*/ 247459 h 1321558"/>
              <a:gd name="connsiteX49" fmla="*/ 2574413 w 5566050"/>
              <a:gd name="connsiteY49" fmla="*/ 191461 h 1321558"/>
              <a:gd name="connsiteX50" fmla="*/ 2669343 w 5566050"/>
              <a:gd name="connsiteY50" fmla="*/ 163995 h 132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566050" h="1321558">
                <a:moveTo>
                  <a:pt x="2669343" y="0"/>
                </a:moveTo>
                <a:lnTo>
                  <a:pt x="2669876" y="0"/>
                </a:lnTo>
                <a:cubicBezTo>
                  <a:pt x="2669876" y="0"/>
                  <a:pt x="2808538" y="0"/>
                  <a:pt x="2808538" y="0"/>
                </a:cubicBezTo>
                <a:lnTo>
                  <a:pt x="2808538" y="163728"/>
                </a:lnTo>
                <a:cubicBezTo>
                  <a:pt x="2834404" y="169328"/>
                  <a:pt x="2869603" y="178394"/>
                  <a:pt x="2903469" y="191194"/>
                </a:cubicBezTo>
                <a:cubicBezTo>
                  <a:pt x="2970666" y="216260"/>
                  <a:pt x="3007732" y="244259"/>
                  <a:pt x="3011732" y="247459"/>
                </a:cubicBezTo>
                <a:lnTo>
                  <a:pt x="3030664" y="262392"/>
                </a:lnTo>
                <a:cubicBezTo>
                  <a:pt x="3030664" y="262392"/>
                  <a:pt x="3030664" y="355189"/>
                  <a:pt x="3030664" y="355189"/>
                </a:cubicBezTo>
                <a:lnTo>
                  <a:pt x="2983999" y="355189"/>
                </a:lnTo>
                <a:lnTo>
                  <a:pt x="2983999" y="380521"/>
                </a:lnTo>
                <a:cubicBezTo>
                  <a:pt x="3077329" y="399454"/>
                  <a:pt x="3303456" y="458652"/>
                  <a:pt x="3470384" y="613314"/>
                </a:cubicBezTo>
                <a:cubicBezTo>
                  <a:pt x="3633578" y="764509"/>
                  <a:pt x="3699176" y="942903"/>
                  <a:pt x="3721575" y="1021300"/>
                </a:cubicBezTo>
                <a:cubicBezTo>
                  <a:pt x="3721575" y="1021300"/>
                  <a:pt x="3983434" y="1021300"/>
                  <a:pt x="3983434" y="1021300"/>
                </a:cubicBezTo>
                <a:lnTo>
                  <a:pt x="3983434" y="1271959"/>
                </a:lnTo>
                <a:cubicBezTo>
                  <a:pt x="3983434" y="1271959"/>
                  <a:pt x="5566050" y="1271959"/>
                  <a:pt x="5566050" y="1271959"/>
                </a:cubicBezTo>
                <a:lnTo>
                  <a:pt x="5566050" y="1321291"/>
                </a:lnTo>
                <a:cubicBezTo>
                  <a:pt x="5566050" y="1321291"/>
                  <a:pt x="3934102" y="1321291"/>
                  <a:pt x="3934102" y="1321291"/>
                </a:cubicBezTo>
                <a:lnTo>
                  <a:pt x="3934102" y="1070632"/>
                </a:lnTo>
                <a:lnTo>
                  <a:pt x="3682910" y="1070632"/>
                </a:lnTo>
                <a:cubicBezTo>
                  <a:pt x="3682910" y="1070632"/>
                  <a:pt x="3638912" y="836773"/>
                  <a:pt x="3436518" y="649312"/>
                </a:cubicBezTo>
                <a:cubicBezTo>
                  <a:pt x="3234658" y="462385"/>
                  <a:pt x="2934401" y="421853"/>
                  <a:pt x="2934401" y="421853"/>
                </a:cubicBezTo>
                <a:cubicBezTo>
                  <a:pt x="2934401" y="421853"/>
                  <a:pt x="2934401" y="305857"/>
                  <a:pt x="2934401" y="305857"/>
                </a:cubicBezTo>
                <a:lnTo>
                  <a:pt x="2981066" y="305857"/>
                </a:lnTo>
                <a:lnTo>
                  <a:pt x="2981066" y="286391"/>
                </a:lnTo>
                <a:cubicBezTo>
                  <a:pt x="2981066" y="286391"/>
                  <a:pt x="2948001" y="260525"/>
                  <a:pt x="2885869" y="237326"/>
                </a:cubicBezTo>
                <a:cubicBezTo>
                  <a:pt x="2824805" y="214393"/>
                  <a:pt x="2758940" y="204527"/>
                  <a:pt x="2758940" y="204527"/>
                </a:cubicBezTo>
                <a:lnTo>
                  <a:pt x="2758940" y="39732"/>
                </a:lnTo>
                <a:lnTo>
                  <a:pt x="2718942" y="39732"/>
                </a:lnTo>
                <a:lnTo>
                  <a:pt x="2718942" y="204793"/>
                </a:lnTo>
                <a:cubicBezTo>
                  <a:pt x="2718942" y="204793"/>
                  <a:pt x="2654143" y="214660"/>
                  <a:pt x="2592012" y="237592"/>
                </a:cubicBezTo>
                <a:cubicBezTo>
                  <a:pt x="2530147" y="260792"/>
                  <a:pt x="2496282" y="286657"/>
                  <a:pt x="2496282" y="286657"/>
                </a:cubicBezTo>
                <a:lnTo>
                  <a:pt x="2496282" y="306123"/>
                </a:lnTo>
                <a:cubicBezTo>
                  <a:pt x="2496282" y="306123"/>
                  <a:pt x="2543747" y="306123"/>
                  <a:pt x="2543747" y="306123"/>
                </a:cubicBezTo>
                <a:lnTo>
                  <a:pt x="2543747" y="422120"/>
                </a:lnTo>
                <a:cubicBezTo>
                  <a:pt x="2543747" y="422120"/>
                  <a:pt x="2260290" y="435719"/>
                  <a:pt x="2041630" y="649579"/>
                </a:cubicBezTo>
                <a:cubicBezTo>
                  <a:pt x="1822704" y="863972"/>
                  <a:pt x="1794971" y="1070899"/>
                  <a:pt x="1794971" y="1070899"/>
                </a:cubicBezTo>
                <a:lnTo>
                  <a:pt x="1544312" y="1070899"/>
                </a:lnTo>
                <a:cubicBezTo>
                  <a:pt x="1544312" y="1070899"/>
                  <a:pt x="1544312" y="1321558"/>
                  <a:pt x="1544312" y="1321558"/>
                </a:cubicBezTo>
                <a:lnTo>
                  <a:pt x="0" y="1321558"/>
                </a:lnTo>
                <a:lnTo>
                  <a:pt x="0" y="1272226"/>
                </a:lnTo>
                <a:lnTo>
                  <a:pt x="1494714" y="1272226"/>
                </a:lnTo>
                <a:cubicBezTo>
                  <a:pt x="1494714" y="1272226"/>
                  <a:pt x="1494714" y="1021567"/>
                  <a:pt x="1494714" y="1021567"/>
                </a:cubicBezTo>
                <a:lnTo>
                  <a:pt x="1754973" y="1021567"/>
                </a:lnTo>
                <a:cubicBezTo>
                  <a:pt x="1774972" y="946103"/>
                  <a:pt x="1835503" y="782108"/>
                  <a:pt x="2006697" y="614380"/>
                </a:cubicBezTo>
                <a:cubicBezTo>
                  <a:pt x="2184292" y="440519"/>
                  <a:pt x="2400018" y="391454"/>
                  <a:pt x="2493882" y="377855"/>
                </a:cubicBezTo>
                <a:lnTo>
                  <a:pt x="2493882" y="355455"/>
                </a:lnTo>
                <a:cubicBezTo>
                  <a:pt x="2493882" y="355455"/>
                  <a:pt x="2446417" y="355455"/>
                  <a:pt x="2446417" y="355455"/>
                </a:cubicBezTo>
                <a:lnTo>
                  <a:pt x="2446417" y="262392"/>
                </a:lnTo>
                <a:lnTo>
                  <a:pt x="2465883" y="247459"/>
                </a:lnTo>
                <a:cubicBezTo>
                  <a:pt x="2469882" y="244525"/>
                  <a:pt x="2507481" y="216526"/>
                  <a:pt x="2574413" y="191461"/>
                </a:cubicBezTo>
                <a:cubicBezTo>
                  <a:pt x="2608812" y="178661"/>
                  <a:pt x="2643477" y="169595"/>
                  <a:pt x="2669343" y="163995"/>
                </a:cubicBezTo>
                <a:close/>
              </a:path>
            </a:pathLst>
          </a:custGeom>
          <a:gradFill flip="none" rotWithShape="1">
            <a:gsLst>
              <a:gs pos="16000">
                <a:schemeClr val="bg1">
                  <a:alpha val="0"/>
                </a:schemeClr>
              </a:gs>
              <a:gs pos="32000">
                <a:schemeClr val="bg1"/>
              </a:gs>
            </a:gsLst>
            <a:lin ang="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2QxMWQ2N2IxMWNmYjc0MmM2ZmE1MjhiMzk3MjBkMD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zQ0MzEyNzU4NTgyIiwKCSJHcm91cElkIiA6ICI5NTQ5NjUxMjAiLAoJIkltYWdlIiA6ICJpVkJPUncwS0dnb0FBQUFOU1VoRVVnQUFBN0VBQUFGUkNBWUFBQUNpK0NyeUFBQUFBWE5TUjBJQXJzNGM2UUFBSUFCSlJFRlVlSnpzM1hsWWxGWDd3UEh2TE93SWlJQ29xS0NpcVZrdXVlWmVvcVdabWx1NW02bXBTVzcxdXVXYmE3bmtrbnZsa21scTJadWFHNVhtdnVCQ1ltb2k1cjZCaWdySU1zUDgvcGptL09aaEJzUTIwZTdQZFhrRnp6enp6SmtoRHVkK3pqbjNEV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XlJOTBEN3NCZVJFWVdNSGJVQ2dyd0NYTEVHalF1M2c5N1BZSWtkK1lzaXlwQnAwbEllVkdlbUppNHE5M0gzWjd4RDlQK2traGNpZjlwQWdNck9EdDZXOE16TEtZQTZTZkZNTFJvOVJQNXVzZ3RuRGhwN3c4Q2pKU2grNGxkRHAzTEJaM2l3N2p3MjZYRVBtTnpvSUpuUzdOZ2lVZEMxRXArc3ozRW80ZlQzN1k3UkovUCtrbmhjZ2I2U2YvdlFJclZQRDJ5aktPa0g1U2lOdzlTdjFrdmcxaWk1VjVLc1RGcUo4RGxoWTZuVTV2TUJod2MzUEZZREE4N0tZSmtlOWttYk5JejBqSFpESmpzVml5Z0IvTUpuTy9DNmVQeFQvc3RvbS9qL1NUUXVTZDlKUC9UdForVXZjWjhMeE9wOU1iRFFaY3BaOFV3cWxIcVovTWwwRnMwYUxWUEYxOFRldjA2SjV6Y1hIaHVZYjFxVjZ0Q2lIRmlsS2dRSUdIM1R3aDhwMlVsQlF1WHI3Q2laTy9zblg3VGhJVGIyQ3hzT1BlcmF3WHIxMDdtdkt3MnlmK2V0SlBDdkZncEovODkzSFdUOWFvWG8xaVJZS2xueFRDaVVlcG44eVhTeWxjQ3BnSDZTdzBjbk4zWTl4N3cyblN1QkUrUGdYUTZmSmx6QzFFdnBHYW1rcmIxaS96WnVRUUVoTnYxSFgzWXpqWEdQV3cyeVgrZXRKUEN2SEhTRC81NzJIcko5MDkzQms3K2ovU1R3cVJSNDlDUDZsLzJBM0lMaVFreEVPdnMzVFU2WFQ2eGczcThVTEU4L2o2K2tpSEkwUWVlSHA2OG5TbGlqUnZGb0ZPcDlQcjlmb3VJU0VoSGcrN1hlS3ZKZjJrRUgrYzlKUC9Ea1dMRnZXMDlaUE5teldSZmxLSUIvQW85SlA1TG9pMXVQc1hRcWR6TnhxTlZIcXlBbDVla2p4T2lBZmg0dUpDaFNmSzRlSGhqZ1ZjWEZ3S0JEM3NOb20vbHZTVFF2dzUwazgrL2x4OWdvSnMvZVRUbFo2VWZsS0lCNVRmKzhsOEY4VHFERm4rV0N6dXJxNnVoQlF0OHJDYkk4UWpxWkIvUWR4YzNjQ0NxOW5OR1BDdzJ5UCtXdEpQQ3ZIblNULzVlRE5uWlFiYStzbmd3dmxxN0MzRUl5TS85NVA1TG9nMW12V2VGaDFHZzBFdm0rNkYrSU84dkx3d0dvMmd3NkRISUw5SWp4bnBKNFg0ODZTZmZMd1o5QzVldG43UzI5djdZVGRIaUVkU2Z1NG44MTBRSzRRUVFnZ2hoQkJDNUVTQ1dDR0VFRUlJSVlRUWp3d0pZb1VRUWdnaGhCQkNQRElraUJWQ0NDR0VFRUlJOGNpUUlGWUlJWVFRUWdnaHhDTkRnbGdoaEJCQ0NDR0VFSThNQ1dLRkVFSUlJWVFRUWp3eUpJZ1ZRZ2doaEJCQ0NQSElrQ0JXQ0NHRUVFSUlJY1FqUTRKWUlZUVFRZ2doaEJDUERBbGloUkJDQ0NHRUVFSThNb3dQdXdIaTBaQ1ZsVVZHUmdZbWs0bU1qQXd5TWpKSVQwOG5MUzJOdExRMFVsTlRTVTFOSlNVbGhidDM3MUsxYWxYS2x5L3ZjSjE5Ky9aUm9rUUppaFl0Q29EWmJDWStQcDY0dURqQ3c4TXBXN2JzUC8zV2hCQkNDQ0dFRUk4UUNXSWZVR1JrSkx0MjdhSjI3ZHJNbmoyYm5qMTc4dlBQUCtmNStSRVJFVXlhTkVsOXYzWHJWdWJQbjAvcDBxVVpOMjRjUnFPUmpJd011bmJ0U2x4Y0hPWExsMmYrL1BtNHVMaG9ydVBtNXBiamE4eWNPUk12THk5ZWUrMDFQRDA5MWZIcDA2Znp4UmRmQURCMTZsUWFOV3FVNHpWZWZ2bGxFaE1UTVpsTW1NMW1MQlpMbnQ4andQUFBQOCtISDM2b09iWno1MDdlZnZ0dEFCbzNic3lVS1ZNd204ME1IRGlRaElRRUtsZXV6R2VmZlpicmRVK2ZQazJIRGgwZXFDM1psU3BWaXErKytrcHpyRmV2WGhnTUJqcDI3S2crbDgyYk56Tnk1RWdBSmsyYVJJTUdEVFRQTVJnTUdJM3lLeVNFRUVJSUljUS9TVWJnZjVLL3Z6K2VucDZrcHFaaU1Canc5L2ZYUEc0eW1iaDE2NVk2MTlmWFYvUDRvVU9IaUkrUHg4M05EYVBSaU1WaTRmMzMzeWN1TGc2QUV5ZE9PQVJQQVB2MzczY2FRRzNmdnAzUFAvOGNnQysvL0pJK2ZmclFwazBiakVZam1abVo2anhYVjlkYzMxZDRlRGdYTDE3TXd5ZmczSUVEQjBoTFM4UGQzUjJBdTNmdk1uNzhlUFg0N2R1M21UQmhBZ0ErUGo0a0pDUVFFeFBEeUpFak5ZRzNUZE9tVFhubW1XZitjSHR5YytmT0hZNGNPUUpBbHk1ZEFEaCsvTGltdmNPSEQzZDRYcytlUGVuZnYvL2YwaVloaEJCQ0NDR0VjeExFNXRIZXZYdjU3YmZmdUhUcEVnQlhybHhoeFlvVmRPdldqYkN3TUJZdFdrVFJva1ZadG15WjVubW5UNSttVjY5ZUFNeWJONDh5WmNwb0hqOTA2QkFBeno3N0xDYVRpWEhqeHJGNTgyWmNYRndjZ3JZalI0NlFscGFHcDZjbmVyM3o3Y3lsUzVlbVVhTkdiTnUyamFTa0pENzg4RU5XcjE3TnFGR2pIaWlJYmRldUhjV0xGOGZOelUzOWMzVjF4ZFhWbFEwYk5wQ2Vuazdmdm4zeDhQRFEvTXZNektSdzRjS2E5cVdscFRGczJEQVNFeE0xNzl2MjN1MXQzcnpaYVh2S2xDbmo4SG0wYk5tU3hvMGJBL0RiYjc4eGMrWk1BRjU2NlNXZWUrNDVoMnRNbmp5Wnk1Y3ZPeHkzdGNQVjFaVm5ubm1HMk5oWUlpTWp1WGZ2SHFWS2xhSnc0Y0xxM01URVJIV0RvVUNCQXM0L1BDR0VFRUlJSWNUZlJvTFlQTnF3WVFPYk5tMVMzNTg5ZTVacDA2YlJ1M2R2ZGV6Q2hRczBiTmd3ejllOGV2V3FDb2pLbGkxTC8vNzlPWGp3SUhxOW52ZmZmNTk2OWVxcGM5ZXZYOC9ldlhzQkdEbHlKR2xwYWVoME9qdzhQTlE1OSs3ZG8waVJJa3lkT3BXREJ3OHlhZElrenA0OXkrWExsL0h4OFNFakkwT2RlNzhndG1iTm1wUXJWNDZmZi81Wk14TzhjT0ZDRGg0OGlORm9KQ1FraEpDUUVQWFlMNy84UXUvZXZlblpzeWZkdW5YRGFEU1NrcEpDWkdTa211a0VXTHAwS2FWS2xWTGZyMXk1a2psejVnQ3dhZE1tdkwyOUhkcmpyTDFoWVdIVXExZVBqSXdNUHZua0U4QzZ4TGRIang0RUJnWnF6blZ4Y2NITHk4dnBlOTJ4WXdjQVZhdFdKU29xaWc4KytJRDA5SFFxVmFyRTlPblQxZEx0bEpRVSt2VHBBMEQ1OHVWNStlV1hTVTFOeGRYVlZaWVZDeUdFRUVJSThRK1JrZmRmcUVDQkFyUm8wVUp6N05hdFd6bk9MdjcwMDAvcTZ6dDM3aEFURXdOWWt5aU5HREVpeDlleDdkUDA5dlptKy9idDZ2ajQ4ZU9KajQvblAvLzVEODg4OHd3clY2NWt5WklsQkFVRlVhcFVxUWNLWW84ZlA4NmdRWU80ZGVzV0gzLzhNVFZyMWdTZ2J0MjZMRml3QUpQSnhNS0ZDeGs3ZGl3QXFhbXBqQmd4Z3JTME5ENzk5Rk1hTjI1TVdGZ1llL2JzMFFTd0FMMTc5MGFuMDZudlRTYVQrcnAxNjlZT2JhbGV2VG96WnN4dzJzNnNyQ3plZi85OWZ2bmxGOENhS0twTm16WU81NzM2NnF0T24yOHltZGk1Y3ljQWhRb1ZZdE9tVGFTbnB3TVFHeHZMODg4LzcvUjVKMDZjVUxQQVE0WU00YlhYWG5ONm5oQkNDQ0dFRU9LdkpVRnNIdlhvMFlPWFhucUp1WFBuY3V6WU1jcVhMODliYjcxRnNXTEZXTHQyTFdBTkRFdVhMcTE1M3JWcjEzSzg1bmZmZmFlK3JsMjdOZ01HREdER2pCbDRlWGtSRmhZR1dJT3NreWRQQWxDaFFnWDBlajNwNmVscUJ0ZG01ODZkS2xoKy9mWFhhZDY4T1pHUmtienh4aHZxbk9Ua1pQVzFiYTlxVG9LQ2dsUlNweEVqUnJCbXpScjgvUHlvVUtFQzFhdFhKem82bXMyYk45TzdkMjlDUWtLWU1tV0sya003YU5BZzFmNzY5ZXZqNWVWRlNrcUt1bmJEaGcwMWU0Ti8vZlZYbFJ6cmhSZGVjRWhpRlJvYTZyU05tWm1aakJ3NWtxaW9LQUQ4L1B5b1dyV3FldnpVcVZPcVRVRkJRVTZ2c1hmdlhyVm4yV2cwTW4zNmRKbzNiMDVTVWhKaFlXRnE5dmJTcFV2Y3VuV0xnSUFBZ29PREFUaC8vangzN3R6SjlYTVVRZ2doaEJCQy9MVWtpTTJqMHFWTFU3cDBhVmFzV0FGWUF5YmI3S1ROalJzM05NbUFjaE1YRjhlSkV5YzB4MnlCWGZueTVaazFheFpnTFVremVQQmdBZ0lDK1BUVFR3RTRjK1lNblR0MzFqeTNSbzBhOU9yVmk2VkxsNUtabWNtR0RSdll2bjA3a1pHUmFtYnlRWUxZZ0lBQTNudnZQUVlQSHF6MjF0cXlLci82NnF0RVIwZlR2SGx6Q2hVcVJIUjBOT3ZXclFPczJaZmJ0Mit2cnVQbTVrYjkrdlV4bTgwcTJPelVxWk1LY3NHNm5OZ1d4UGJ1M2R0aE9iSEJZSERheHMyYk4zUG16Qm5jM056UTZYUWtKU1VSSEJ4TWp4NDkrUGJiYjlVeTRZaUlDRHAzN3N6R2pSc2RybUc3QVdIL3VkZyttM2ZmZlplbm5ub0tzR1l2dm5YckZyMTY5YUpseTVhQWRVWjgyN1p0dVg2T1FnZ2hoQkJDaUwrV0JMRi8wTDE3OTFpNWNpVjE2dFJSeDRvWEw4N2l4WXRWL2RTTWpBemk0dUo0NzczM0FJaUppZUg2OWV2VXFWT0hMNy84TXNkckh6eDRVSE5kc0NZVXluN01ucHViRzIrKytTYk5temRuM0xoeEhENThtT1RrWkUybVgvc2cxbjR2YlU0YU5HaEFtelp0T0h6NHNLYXN6Wmt6WnloUm9nU0JnWUY0ZUhoUXRXcFZ1bmZ2enU3ZHU5Vjd0VGQ4K0hCMjdkcWxndGl1WGJ2bStKb3Z2UENDdzdIcTFhc3pmLzU4aCtNdnZmUVM3dTd1Vkt0V2pYdjM3dEcvZjM5V3JGaWhialFBOU9uVGgxNjllamxOaEhYbHloWE5jdXpzK3ZidDYzRHNndzgrNElNUFBzanhPVUlJSVlRUVFvaS9sd1N4RHlBOVBWMHRpNDJKaVNFbUpvYjY5ZXV6ZS9kdXdKcllLYWM5bEdDdE5Sb2VIazdWcWxVMVNhSnNDaFlzU1BueTVRRklTa3JpeXBVcmdIV3ZyWDBDSmJDV3JMSFBtbXRUb2tRSkZpNWN5TmRmZjgyVksxZG8xcXlaNWprMnVRV3hzYkd4YWg5clVGQVF6WnMzNStqUm94dzllaFNBMWF0WGMvMzZkVmF0V3FWbVRYMTlmV25TcEltbS9tcG9hS2hhVG15dlE0Y09tbEpFTVRFeEttbFZ6NTQ5SFdyZ0ZpMWExR2s3TDE2OFNObXlaZm5paXkrSWpvN1dCT2sycTFhdDR1VEprNVF1WGRwaDZlL2F0V3ZKeXNweWVFNTRlRGdGQ3hZRXJEUG10ajI3cFVxVjByVE50bmMyZTFrbElZUVFRZ2doeE45SGd0Zzhtang1TW12WHJpVXRMVTBkYzNkM0p5UWtCRDgvUDl6ZDNWV1pHZnV5Tkdhem1lUEhqd1BRdUhGam5uenlTZHpkM1ZVd1pKOXNxVzdkdXZqNys3Tng0MGJOTWxmYlhzM0F3RUJNSmhNTEZpeGc5ZXJWS3RuUmtTTkhHREJnZ05OMnIxcTFTbjF0MzNaYlVxTHNwa3lad3ZIang1azNiOTU5UDVQazVHUlYxc2FaeG8wYlU3OStmWWZqSjArZTFNd1EyNWU5aVkyTmRjajBHeE1UdzhXTEZ6V1pvTUU2azdwbXpScjFmWEJ3TU0yYU5hTm16Wm9jT0hDQXpaczNxOW5XVTZkTzRlM3RyZG1qN09QakExajNNdHYvSE41Ly8zMjJiOS9PMTE5L3JVazYxYWhSSS9yMTZ3ZFlFenVOSGoyYVNwVXFhVzRVQ0NHRUVFSUlJZjVlRXNUbTBhVkxselJCNE5OUFA4MjBhZE5JVGs3VzdBRUZWR0lpKy9OdGJET1hUenp4QktWS2xWSkI1cmZmZnN2cTFhdEpTa3BTNXpadjNwd1RKMDV3NXN3WkprNmN5SUFCQXhnOWVqUy8vdm9yQUJNblR1U1RUejdCYkRZN2ZhM2M1SFMrMld6R3hjWEY2WjVaazhta0NlcHNqRWFqMHhJek9lMjcvZVdYWHpUWmllSC9Qek5iaHVic25KWEhxVjY5T3BVclY4YmYzNStsUzVkeTVjb1Z0bTNiUm54OFBDVktsS0JIang3b2REb3lNek1wWHJ5NDJtZHNVNzU4ZVlLRGd5bGJ0aXc3ZHV3Z1BUMmRMbDI2Y1BMa1NUVkRHeHdjVE1PR0RWbTVjaVdMRmkyaWZ2MzY3TisvbjRVTEYySXltZmp0dDk5bzNyeTVRdzFiSVlRUVFnZ2h4TjlEZ3RnOEtseTRNTjdlM2hpTlJwS1NrdkQwOUdUdjNyMk1IajNhNGR6dzhIQUtGQ2pBNGNPSEhSNTc0WVVYR0Q5K1BIWHIxcVZhdFdvcWlLMWF0U29MRnk3RTNkMmRwazJiMHFwVks3Ny8vbnZPbmowTFdHdVo3dG16UndXUjdkdTNwMy8vL2dBVUtWS0VuajE3NXRyK1RaczJxZVhKZGV2V3BXelpzazdQSzE2OE9QWHExYU5idDI2YTQyZlBucVYzNzk3Y3VISEQ0VGwrZm43TW56OWZrNndwTjh1WEw2ZE1tVEtBdFRTUGJTWTJKQ1RrdmdtbnNudjk5ZGNCT0hEZ0FDNHVMbHk4ZUpGejU4NXB6cGsxYXhaMTZ0UnhDR0xEdzhQcDNyMDdCdzRjQUt6N2lrdVdMTW54NDhjcFc3WXM3ZHExbzBpUkltb1ByTVZpNGZYWFgxYy9nNkpGaXpKeTVFZ0pZSVVRUWdnaGhQZ0hTUkNiUjUwNmRXTFFvRUg4NXovL1lkZXVYWUExZUt4VnF4WTZuUTRQRHc4dVhMaEFYRndjYm01dTFLcFZpOFRFUk1xWEw0OWVyK2ZJa1NOY3ZYcFZMYVB0MkxHakNsREJ1cGQxM3J4NUZDOWVuRTJiTmpGbzBDQXlNelA1NktPUEdEZHVIRGR1M01Ca01tRTBHakdaVE5Tb1VVUE42aFlyVmt3RnRNN3MzNytmSlV1V3FPOHJWS2hBOSs3ZEhmYWU1dVRYWDM5bDRNQ0IzTGh4QXg4Zkg5emMzRWhJU01EYjJ4dHZiMit1WHIxS3IxNjltRHAxS2xXcVZORTgxMlF5c1hmdlhnd0dBNk5HalFLc2U0ZHRBZldKRXlkWXNHQUJBQU1IRHFSVXFWSTV0cU55NWNvT3gvYnQyOGZubjM5TzhlTEZhZFdxRmNXS0ZjUFYxWlhNekV6T256L1BtVE5uZVBMSko1MWV6OXZibTlhdFc2c2dGcXpKbkxwMzc4N05temRadG13WmUvYnNvVkdqUnJScDA0WlpzMlpwZmdiZTN0N1VxbFVyVDUraEVQOUdhV2xwRDN4aktqOHhtODFjdlhxVndvVUxPMTF0OG05aXUzbjNiLzhjaEhnY0hEdDJES1BSU01tU0pYUE5rWExseWhVOFBUMDFaUkgvTGxsWldXUm1adDUzYkpxV2xrWldWaFo2dmY2Qi83NWN1blNKek14TVFrSkNwQzk3RE1oUE1JOUtsaXpwY0t4NDhlTGN2SG1Uakl3TVB2endReVpNbUFCWWE2T2VQbjJhOCtmUDA2VkxGeG8xYWtTclZxMEFhN2tYY0J3SVhMOStuZVhMbDdOdjN6NU1KaFBGaWhWajZ0U3BMRjY4V00xK2hvU0UwTE5uVDhhT0hjdVNKVXRvMUtoUnJtMDJtODJzV3JXS1diTm1hUklZTFZ5NGtHKysrWWJPblR2VHRtM2JYRHV3alJzM01tSENCTkxTMGpBWURFeWVQSm1aTTJlU2tKQ0FoNGNIMDZkUHAwZVBIaVFsSmRHblR4L2VmUE5OdW5UcG90N2Z2WHYzZVB2dHQrLzM4UUk0ekpSbXQyVEpFb2UyYnQrK25mMzc5N04vLzM3TmNiMWVUN0ZpeFFnTkRXWEpraVYwNmRMRjZUV3oveHoyN05uRHNtWEwxT3h3ang0OXFGT25qdVk5akI0OW12bno1M1BxMUNsMjc5N05zODgrbTZmM0o4VGo0UExseTd6MDBrc0F6Smd4ZzNyMTZta2VONXZOREJreWhPUEhqNU9Ta3NKMzMzMm5FcVU5aU9Ua1pKS1NraHlTMnVYbTlPblRLcFA2MUtsVG5mYVJHUmtaSkNVbGtaU1VSRUpDQXRldVhlUEtsU3VjTzNlT2F0V3FhVEt4bnpwMWlzNmRPNlBYNjVrNWM2WkRobmo3MXhzK2ZEaHQyN1oxZUwya3BDU2VlKzQ1cCswZE1HQUFzMmZQenRON2E5R2lCZSsvLzM2ZXpuMFFqUnMzNXZidDI0d1pNMGFWRDdPM2QrOWU1c3ladytuVHB4azllalRObXpmUDhWcFJVVkdFaFlWUnVuUnBCZzBheEs1ZHV3Z1BEMmZseXBXNXRxRk5telpjdUhDQjl1M2JNMnpZc0QvOW5vUVF1UnN4WWdTWExsMWl3SUFCOU9qUncrSHhIMy84a1hIanhuSDM3bDI2ZHUxS1pHU2swK3VNSFR1V3RXdlhFaGdZeU9iTm05WHhXclZxa1ptWm1lUHI3OW16eHlGWVBYTGtDTDE3OThiVjFaVUZDeGFvRW9mMlRDWVRqUnMzSmowOVBjZktGYm1aUFhzMlVWRlJhanpic0dIREIzcSt5RjhraVAwVFhGMWQ4ZlB6NDhDQkEzVHExQW1UeVlTN3V6dXRXclZpLy83OVJFVkZNWFhxVk5hdFcwZHljakxoNGVGVXExYk42YlVLRml6STBhTkhNUmdNZE8zYWxZaUlDQ1pPbk1qUm8wY3BXclFvbHk5ZjV2YnQyelJxMUloSmt5Wng3Tmd4MXExYjUzVFFrWktTd3BZdFcvamlpeTgwUzJ0cjE2NU5iR3dzeWNuSkpDWW1NbVBHREpZc1dVS3ZYcjFvMjdhdDJwY0sxcnR2a3lkUFZyVldqVVlqa3laTm9ucjE2cHJYS2x1MkxMTm56eVl5TXBLVWxCUm16NTdObGkxYkdESmtDTldyVjhmVjFkVmhhZkx0MjdmWnVIR2pKcGxTOXMrMVdiTm1EZ1Bmd01CQWh3ekU3ZHUzcDBxVktseStmSm56NTg5ei92eDV6cDA3eDgyYk43bHc0UUlYTGx4Zzc5Njk5T25UeCtsclpaZVdsc2JseTVlcFVLRUNiNy85TnFkUG42Wi8vLzY0dUxqZzYrdkw3ZHUzdVh2M0xrMmFOT0h6enovbm80OCtvbHExYW8vMGJKUDRaenoxMUZOZWVyMys2WmlZbUFPQTQrYnlSMWhhV3BwbXdCSVlHS2h1dmkxYXRNZ2hLWnVIaDBldWQ4RzNiTm5DdEduVDhQTHlZdm55NVpwRWNBL3F6Smt6REJreWhPVGtaRkpTVWxSV2NXZmk0K00xUWV5eFk4Y0E2d3hCdVhMbC9uQWIvaTRKQ1Frc1hicVVQWHYyY08zYU5ieTl2U2xYcmh3OWV2UndXQlh6UnhVcVZFalZORDl3NEVDT1FlelpzMmNaUG53NFJxTlIvZDNJeWNtVEoxVml3dW5UcDJNMm04bkt5bkthTFY3OHV6ek8vZVREZHYzNmRZNGNPY0xkdTNlNWRPa1NBSjZlbm16WnNnVXZMeThxVjY2c0tuQVVMVnBVVmJUWXVIRWpIVHAwVUxsTWZIeDg4bFNtOFVIWmtxQUNPZmEzY1hGeHFnOS8rdW1uSC9nMURoNDhDSUJPcDh0eFBDNGVIUkxFL2drK1BqNTgvUEhIOU92WGowT0hEZ0hXTWl4ZVhsNjgrT0tMYk5teWhWMjdkaEViRzR0T3AyUFVxRkVPQ1kxc1hGeGNHRDU4T09YTGwyZmJ0bTMwNnRXTDVPUmtJaUlpYU42OE9aR1JrZHk5ZXhkdmIyK2FOV3ZHK3ZYcm1UeDVNdVhLbGFOY3VYSmN1blNKZ3djUHNtUEhEdmJ1M2FzWnFMbTR1QkFaR2NtcnI3N0tuVHQzV0x4NE1hdFdyU0k5UFoya3BDU21UcDNLbDE5K1NiOSsvV2phdENtelpzMWl4WW9WYXZtWXA2Y25FeWRPZEpoeHNhbFNwUW9MRml4ZzZOQ2hYTDE2bGJpNE9QcjI3VXVsU3BXWU8zY3VBd2NPQkt5ekd2LzczLytJaW9vaUl5TURvOUZJbzBhTitQNzc3d0hvMHFVTFgzMzFGV2xwYVVSRlJSRVJFVUd6WnMyb1dyV3FDckJQbno2dFh2ZlVxVk9xekZDUklrVW9VcVFJTld2V0JLeUJjbHhjSEwvKytpdXBxYWxzMzc1ZFUySW9KeSsrK0NKQlFVR1VMRm1TbVRObkVoMGRqYmUzTnpObnptVEdqQm5FeHNaeTU4NGQyclp0eTdKbHl6aDc5aXdUSmt4ZzdOaXhPZjVzaFFBd0dBd0JPcDF1ZDVVcVZlS3pzckkrMWV2MTZ5d1d5K1dZbUppN2dQbGh0Ky9QR0QxNk5GdTNiblg2V1BiYXpRQWZmdmhocnVYSURoNDh5STBiTjdoeDR3Ymp4NDluNHNTSmY3aHRhV2xwbkQ5L1BrL25wcWVuazVpWVNFQkFBR0RObGc3V0xSdUZDaFg2UTYvdjZlbkpxRkdqU0VoSVVGc25PblhxUkZoWUdLNnVydXE4SlV1VzRPN3VUc2VPSFFIbzM3OC9UWm8wWWVUSWtmenl5eThPMTcxMjdScWRPblhpMXExYm12ZWFtSmpJN3QyN21UQmh3aC9LbkQ1cjFpeSsvZlpicDQ5dDJyU0puVHQzYW82MWI5K2V2bjM3cXJKczd1N3VUSjA2VmZYVjE2OWZWNnVVQUo1NjZpbUNnb0tJam80R2NKb3NVUHg3UGM3OTVNUDJ5eSsvTUdMRUNNMnh5Wk1uQTliVmh2WHExZU9MTDc1d2VGNWlZcUxtNXRVNzc3eWp1ZG1YbXlKRmlxZ2NMTEd4c2R5OGVkUGhuS2lvS041Ly8zM1ZGMlJrWkdncWFMenl5aXNBckZtelJuT2phK25TcFpyMmxpcFZpbVhMbGdIV202Y1hMMTdVdkU1NmVycDZmVTlQVDZaUG41NXIyNGNPSGZxbmJxQ0t2NThFc1hsMDh1UkpEaDQ4cUFZVFJxT1J4TVJFNXM2ZHF3SllzTjVKR2o1OE9HKzk5WmE2b3dYV1FESTZPcG95WmNvNG5iVkxTRWdnUGo2ZWFkT21rWmlZQ0ZpRHcwNmRPcWx5T3dVTEZrU3YxOU9qUnc4MmJkckV2WHYzV0xSb0VlKysreTVkdTNiVlpEYTJhZFNvRVcrLy9iWmFrdWZqNDBOa1pDU3Z2ZllhYytiTVlmMzY5WUIxbjhEQ2hRdHAwS0FCWmN1V1ZaMUppUklsbURadFdxNTdWY0dhNlhmRmloV01HVE5HRFhKcys0Sy8rdW9yZHU3Y3lZVUxGOVQ1NWNxVlk5U29VU1FsSmFrZ3RrR0RCalJ2M3B6eDQ4ZXJtZVoxNjliaDd1NU94WW9WR1RSb2tHYTJlTk9tVFU3cjdUcVR2ZVBPeWJGang5aTRjYU9xL1dzMEdvbU1qQ1F6TTVQZmZ2c05zTmFGTFZhc0dDKysrQ0liTm13Z0tpcUt6cDA3NTh1WkdwSC82SFM2MGdhRFlaTEZZaG1wMCtrT1ZhMWFOVG9yS3lzRzJCMFRFM1AydmhkNFNOYXZYNitTbk5tODg4NDc2UFg2UHh6ZzVlVHR0OTltejU0OVhMMTZsUzFidHZEc3M4L211b3oxNk5Hai9QVFRUNW8rY01PR0RjVEd4aElhR3FxT1ZhbFNoYkN3TUh4OWZmSHo4OFBmMzUrQWdBQUtGeTVNY0hDd1pubWJ4V0pSMnhRdVhicmtjTmQrK1BEaFR2ZnBaK2ZxNmtycjFxMDVmZnEwQ21LZmZmWlphdGFzcVFrSWl4UXBvaGt3RlN4WWtPTEZpK2U0UDJ6MTZ0VXFnSDMrK2VmcDI3Y3Z4NDRkWSt6WXNXUmxaZkhaWjUvbEdzUis5OTEzeE1YRnFVejFVVkZSNlBWNjd0Mjd4KzNidDUwK3gydzJPengyNzk0OUFKVmJJRGs1bVcrKytVWTlmdnYyYmMzM0dSa1p2UGppaXptMlN3aDRkUHZKUjRWdEhKcFQxWW43NmRXckZ5ZE9uRkFyY0JJU0V0VFdLdHU0RXF3ckFFZU9IQWxBWkdTa3lpbGp6MlF5T1ZUTXNQL2U5aHJaejhuTXpOU3NBTEovZlB2MjdXb2xqVE4zN3R6UmxMSjBadURBZ1JMRTVuTVN4T2JSdFd2WE5IZHRpaGN2enRDaFE5V2QrdnIxNjlPK2ZYcysrK3d6N3Q2OVMvdjI3YkZZTEhoNWVWRytmSGtPSGp6STdObXpXYlpzR1N0V3JDQTRPRmh6L2ZQbnovUHBwNThDRUJvYVN2UG16Wmt6WjQ1bUtXN2R1blVCNngyenJsMjdzblBuVHQ1Nzd6Mjh2THdZTzNhc212SDA5ZldsYWRPbWRPalFRVE9Bc3hjWUdNaC8vL3RmWG43NVpTWk5tc1RGaXhmNThNTVA4ZkR3NElVWFhtREhqaDBVS2xTSUFRTUc1SG1wcksrdkx6Tm16T0NISDM3Z3UrKytvMWV2WHFTbXBySmx5eGExdExCNDhlTDA2TkdERmkxYVlEQVkyTE5uaitZYTRlSGhMRjY4bUtpb0tKWXRXOGJKa3lkSlMwdmo1czJiaEllSGE1Smg1VlRhSnlmcDZlbFlMSlpjejFteFlnV0hEaDNDWUREUW9VTUhZbU5qTmJNSU9wMk8yclZyQTlZT2J2ZnUzVVJHUmtvQUt4Nkl4V0pCcDlONUF3MHNGa3Q5dlY1LzEyS3hYSzlTcGNwUm5VNjM1TTZkTzFHblQ1L09lZDNyUStCc29HSGJFakI2OUdqQ3c4UFp2WHMzNzczM0htRGRhakJuemh6dTNidkgvUG56NmRhdG01cmhkRll5Qy81L09abWJteHNqUm94UWZkcmt5Wk9wVnEyYVE3OXBjK0xFQ1pZdVhhbzV0bTNiTmdCTkg5cXRXN2NjVjVSa2QvTGtTWFZETWEraW9xTFlzMmNQWThhTWVlQ1ZHZWZPbmRQMHRRa0pDWncrZlZvRmlkblp6Mmk4K2VhYmhJYUdFaFlXeHVMRml6bDM3aHlwcWFucThXKysrVVpkLzgwMzN3U3Nneno3MmZPOWUvZmk0ZUdoZmtiQndjRjA3ZG8xeC9aKyt1bW5xZzJabVpucXhsOUVSQVN2SUNxeUFBQWdBRWxFUVZSK2ZuN3MzTG1USzFldTRPZm5wM0pCQUZTcVZDblBuNG40ZDNzVSs4bEhnVjZ2NTl0dnYrWFNwVXNjUFhxVW1UTm5haDR2V2JLa21xRzExNk5IRDlXdnBLV2w1Umg0UHVpMmdHZWVlWVpSbzBZeGZ2eDRBSVlNR1VMeDRzWFY0MFdMRnFWQWdRSzBhdFdLeU1oSUVoSVNLRmFzR0ZPbVRORmNKNi9KU3NYalE0TFlQQ3BYcmh4R294RXZMeTlLbHk1Tmx5NWR1SGZ2SG0rODhRYmR1M2VuWThlTzZQVjZhdGV1emNhTkd6bDI3QmhObWpTaGYvLytCQWNIRXhVVnhkeTVjMm5ac3FVYWlPbDBPdlI2UFdBdHNWT3RXaldhTld0R3k1WXR5Y3pNWk42OGVXUmxaV0UwR3FsZXZib2EwSUUxaTI3SGpoM1ZZUERaWjU5bHpKZ3hGQ2xTaEtwVnEySXdHUEwwdnFwVXFjS0tGU3M0ZmZvMDRlSGg2dmpFaVJQLzhQTFk1NTkvWGkwVjlQSHhZY0NBQWV6Y3VaT1dMVnZ5N0xQUHF2ZWNFNzFlVDdObXpXaldyQmtuVHB4ZzY5YXQxS2hSd3lGZzdkKy9mNjZEck93NmR1eElYRnljdzNHRHdZQmVyOGRnTU5DaVJRc0tGeTdNNjYrL1RtaG9LTE5telZJM0tnSUNBdWpYcjUrYTFRNElDR0RseXBVRUJnYm11UTFDMk5qZFVORlpMQllmd0VlbjA1VUIyaFFvVU9CYWxTcFZWcHZONWlVWkdSbm4wdExTVXM2ZVBmdGd4YUQvWW1YTGxxVmJ0MjZjT1hOR3pTQSs5OXh6aElTRXFBeVhuMzMyR1dCZGVUSisvSGo4L2YyWk9IRWlHemR1Wk51MmJjeWZQei9IYk9HQVNzQldxbFFwdnZycUsrclZxOGZPblR0SlRrN21mLy83bndyQXNyUHZTMjBES0oxT3B6a08xaURUVm1mYm1SSWxTcWlBNjhjZmZ3U3NOOHRHang2TlhxOG5LU21KYWRPbUFUajBzVkZSVVdwVlRva1NKZTViOWl5NzdQdUdGeXhZb0dadW5hbGN1VExyMXEwRHJNdXZRME5ET1hIaWhGcENaNTl3TGpZMlZwM2J2WHQzUER3ODhQUHpJekF3a01URVJDd1dDd1VLRk1EUHowL1ZDUzlTcEFnaElTRWtKeWZUdEdsVHdEb1R1MkxGQ2xxMGFNRzZkZXRJVFUzRjFkV1ZsSlFVR2pSb3dJRURCeGczYmh4R281SExseTl6NWNvVkFnTURlZmZkZHpWdHo1NklUNGljUEdyOTVLUEFZckhRcmwwN0RBWURyVnUzZG5qYzFkVlZsVUcwWjkrWFJrUkVVS2xTSlhiczJNSFZxMWR4ZDNkWE9Wb2VkTDlzVUZDUUNrQzl2YjE1L3ZublNVOVB4OVBUVTdQS3g4UERnNFNFQk1DNkxTRXZrd2UrdnI1RVJVWGx1UzBUSmt4UWZhWEkveVNJemFQZzRHQ25mM2czYnR6b0VGeTkrT0tMTkdqUVFEUGJFQkVSd1hQUFBhY1orSlF1WFZydEN3SnIxbUFibzlISTd0MjdzVmdzR0kxR2h3R1R3V0J3V01MbkxNbFRYaGlOUnA1NDRnbk5zZHdDV0dkN0puTFRzbVhMSE50V3AwNGR6WExzN01xWEwwLzU4dVhWOTJYS2xGRS9oN3dHNmpZNVpjak12a1RTdnEzOSsvZW5UNTgrNkhRNnpmNDFtL3dld0ZxeUxMaTdXRXBYcVZMRkFsaDBPcDNGYkRaYmREcWRCYkFBNkhRNmkwNm5zNWhNSm92dDY3d2N6OHpNMUJ6WDYvV1c3SS9aenJjOWxwR1I0WEMrWHErM3BLZW5XL1I2dmVaOHZWNXZ1WGZ2bmpydTR1S1NaWHRlU2txS3hXQXdhSTRiREFiTDdkdTMxWEUzTjdlczN4KzNYTHQyeldJMEdpMEFucDZlV1FBZUhoNldRNGNPV1lDczMvLzlZK3gvdit4WEI5aSsxdWwwaFlHM2pFYmpHMGFqOFlTSGgwZHN3WUlGZHdBSGp4dzU4dk0vMlZhYmloVXJVckZpUlUyRzNKZGVla25OYkU2ZE9sVWxrdXZmdjcvcTM5YXNXUU5ZNys1bjcyZHUzcnpKNE1HRGVmcnBwMm5TcEluRGF3NGRPcFQ0K0hqZWV1c3RGVnhhTEJiMjdkdUh0N2UzbXRWcjM3NDk3ZHUzNTd2dnZtUE1tREVBVEpreWhVYU5Hbkg4K0hFV0wxNE1XUHZyM05TdFc1ZUlpQWpNWnJOYUVsZWhRZ1ZhdEdnQm9GbWVsdjEzLzdubm5pTTFOWlVUSjA0d2I5NDhLbGV1VE5XcVZYTjlQWHZoNGVIbzlYb1ZaQWNIQjFPd1lFSE9uajNyZERhMlJZc1diTjY4bVFNSERqQmx5aFJpWW1MWXRtMGJack9aYXRXcWFXNTYyclA5dmJJdDhiTmxKeDQ4ZUxEcSt3WU9ITWljT1hQVU5WSlNVbWpkdWpYdnZ2c3UyN1p0WThtU0pZd1lNVUpsWGQ2M2J4KzNidDBpTkRSVVpYSzNKWU95WlVDMWw5dCs2SWRCK2tucEovOU5kRG9kcjd6eUNrdVdMT0dycjc1U3h3Y01HSUN2cnkveDhmRXNXYktFN3QyN2E1NzMzWGZmWVRBWWNIVjF4V2cwWWphYjJiSmxDd0FGQ2hSd3VGbjFJR3pqdWxxMWFqRnIxaXcyYmRyRUN5Kzh3UGp4NC9uNjY2K1pPbldxNXYrQkxWdTI4TU1QUHpoY3AyZlBuZzQzQkkxR0k3R3hzWnJFVWM2ODhzb3JrdHZrRVNOQjdKK1UwM0pXWjh2bEhqVG9jaFkwaVgrMlRxSEJZSGpnbjF0K29nUGNqUHF1T3AxT1RiUGJCanUvczRCMVVQRDcrL3ovMjk2L0Q2SisvN3dkbm1QM2MxQ1BXYXd3R0F6cStYWVAyZlkwcTljRUxGbFpXWnJqOWsrd1cxNnBlUTI3TzczcWVGWldGZ1VLRkhCb3Y4VmlJU2dveU9sN3RnMWF1VCtUVHFjeld5eVdMS3lEM0N5TDlRMWsyZDYyVHFlemZaMWxHL3phenYvOW45TjErYzRHYW5hRE5IZWdDbEFaZUVXbjB5VldybHo1VktiWnNqL0ZaUG5ILzlxYVRDYTFUQmRnMWFwVlBQUE1NMnpjdUpFdnYveFNIWjgvZno0elo4NVU3OE5nTURCbXpCaUgzOTJqUjQ4U0d4dExiR3lzU3RKbUx5UWtoRysvL1ZiOURpWW1KdEt6WjA4dVhicEVsU3BWMUJZTUcvdEJqYk1jQWE2dXJrNVhndGlXd2RsK0ZqLysrS05hU215ZkhNUzJMeDZzTjlUc3M2VWJEQWJHamgzTGE2KzlSbVptSnFOSGoyYmx5cFVVS0ZDQXdZTUhhNWIzenA4L24xV3JWcWxTUldBdC9lRHA2YWx1Q3ZUcTFZdldyVnZ6eGh0dmNQandZWWMyNi9WNldyVnF4Y0dEQnpHWlRDby9RUFhxMVprNWM2Wm1hWjB0RTJsQVFJQW1yNEF6cDA2ZFlzeVlNWnc2ZFFxd0x2V3JVNmNPT3AyT2wxOSttU05IanBDVWxNUTc3N3hEaXhZdEdEWnNHTmV2WDJmdjNyMU9yNWVhbXVyd1dQWlNSUStiOUpPUGJUOTUrR0gway9tVi9UTGZIajE2RUJRVVJISnlNblBuemdXc0syaCsvdmxuZHUzYXhaVXJWMVFRYXpLWldMQmdBVC84OEFQejVzMVRxd21QSGoycTlzamZ1M2VQNjlldkV4UVVCR2h2T3R5UDJXeFdlMlhyMUttam1keXhQWjY5WEU5TzJjeHpLdXV6WThjT0ZpMWFsR3M3N1B0ajhXaVFJRmFJeDV4ZXAzT3hXQ3dlb0paWU92dWpmdDlqRm92VHdZRG0yTytYenRQMXM3Y2orL1YvL3lQbzlIblpucHJUSU9XKzdkZnBkTG12YlhjOC93OS8vVWY4dmlmTTlsbTVBOTQ2bmM1WFo4bDZLSnQvdG03ZHFzbnliU3RmWmRzbmJwTjlyOVNiYjc1SlVGQVFvMGVQcGsrZlBtcEovdEdqUjlVNU9lMlZ0TCtKRkJBUWdMZTNOMkN0S1hqczJERzFQUG42OWV0cVh5YkErUEhqT1h6NHNLWlc3T1RKa3drTkRXWE9uRGxxQmNhUkkwZm8xYXNYWUowTk5adk5tbVc4TjIvZUpENCtudEtsUzZ2MkJnUUVFQndjck1tV0R0WmwwTjI3ZCtlVFR6N2g2dFdyTEZxMGlNaklTTFp2MzY0NXozWWQrd1JIYjc3NXBpYkEvdVNUVDFpMWFwVW1JWjdON2R1M0dUcDBxQXB1dzhMQ3VIZnZIbGV2WGlVNk9wb3VYYm93ZGVwVVNwUW9RWEp5c3BwQnp2NXpzcmRqeHc0dVhMakFMNy84d3FsVHAzQnhjYUZmdjM1MDZkSkYvWDljcjE0OVZxMWF4ZWpSb3psdzRBRGZmZmNkcFVxVm9tN2R1ZzUxSk5ldVhjdlpzMmNKQ0FpZ1U2ZE9tc2RzKzI3ekUra25uVi8vOTJzOWt2MGs0SnEzMlB2eEZ4Y1h4NmhSb3dCckFHamJJbkMvcEU3SGp4OW4wcVJKYWhaendJQUJmUG5sbDdpNHVQRFRUeitwODVLVGsyblhyaDJEQmcyaVZhdFc2cnIzMno1bWV3M2JUY2VNakF5dVhic0dXSFBSYk51MmpSSWxTckJtelJxR0RSdkdtVE5uOFBmMzU1TlBQbkY2TFQ4L3YvdStubmg4U0JBcnhHUE1BcVJtbUJkNUdIWHhGb3RGWnpBWWJLTUZuY1ZpMGYwK1lGSEg3WS9abjUvYmNmdHJPVHNPNlBSNi9SODlycmR2TDcrUDZad2QxK3YxRDN3Y3lIMWE2ditmWTdCWUxEcTlYcStlLy9zL2JNZnRyKzNzdUU2bjh3RzZaNzk0VG5lc2YzK2ZHUmFMNVJ4d3htS3hITS9LeWxwOTlPalJmYUZsbnFxRmk2NUxIdHIrbDdGWUxBNHpuMkF0MjFDN2RtMmFObTFLb1VLRjBPbDByRjY5V3QwUmI5bXlKVjI3ZHFWLy8vNUVSMGZ6d3c4L3NHTEZDc0xDd2xRUVpqUWE4NXdjN2RWWFgrVy8vLzB2WU4zYVlBdEdseTFiNW5CbmZ1UEdqV3BBQk5aQWQ5eTRjZHk0Y1lNQkF3WVFFaEtpbVZtT2lJaFF3YUM5YmR1MkVSWVdwb0xSM0dZU2Jkbmo2OWF0UzkrK2ZRRnJKdU9FaEFUMStiMzY2cXVFaG9acVpxYlBuRG1qdWM2MWE5YzBiYmMzWk1nUVZkS21mZnYyREIwNkZJdkZ3dWVmZjg3OCtmT0pqNC9ualRmZVlQSGl4V3pldkZtVlhMT2ZhZmpvbzQrSWpvNVdNeW5idG0zajFxMWJ6Snc1a3drVEp0Q3paMDlObmdTYmdJQUE1c3ladzVJbFM3aHo1NDVLbkZXa1NCRk43ZS85Ky9kejl1eFpmSDE5TlZzMGpFYWowNUpCRDVQMGs0OXBQL2xFNVlib2RLL21vZTJQdmF5c0xNM3ZaL1liamRuZHVYT0hVYU5HYVNwQVZLMWFsZmZlZXc4WEZ4ZFNVbEljc3ZzbUp5Y3pidHc0VFViZnZLeWNzNzh4YXIrOTYvRGh3eHcrZkpnR0RSb3didHc0dFYybFhMbHlPYTZReXlscG9MMm9xQ2g4ZlgwQm1ETm5EcDkvL3ZsOW55UHlKd2xpaFhpTTZmUTZNc3k2MDZkK2lmbnAvbWVMWE9peS9mZStYMWVyVm8xNzkrNnA0NjZ1cmlYMWVuMTN5SDFBOXZ2akNSYUxaVzFXVnRhS3JLeXNjMGFqOFc1aVltTHl4WXNYSDFyU2txMWJ0eElmSDY4NVZyRmlSY0xEdzFYQ3BRc1hMakJ3NEVBVndOYW9VWU9SSTBjeWE5WXN0VVNzY2VQR2F1YlF0bS95aVNlZXlQUDJpV2JObWpGejVreHUzYnFsQWkrVHlhUXA0d0xXNWI0M2J0emc1WmRmVnZ2dWc0T0QxUkxnVmF0VzhlYWJiN0pod3diQW1oWGVGclMxYk5tU0xWdTIwTEJoUTlhdVhjdmF0V3NwVWFLRXlySnVQN3Viblp1Ykc4dVhMMWN6eGdCdDI3Ymw5T25US29pdFY2OGVOV3ZXSkRFeGtROC8vRkNkbDVHUndlalJvd0hyL3F3YU5XcW94NG9XTFFyQXp6Ly9yQUxZb0tBZ2hnd1pvZ1owdHNCejZOQ2hKQ1ltRWhrWnFaWkQxNnRYVDFNbWFNK2VQWnJsMFRxZGp0RFFVSktTa3RpeFl3YzdkdXpJN2NjQW9DbTk5dUdISC9MZGQ5ODVuQk1mSDYvMnpvSjFJR3liK2M0dnBKLzh5L3pyKzhuOHFtalJvclJwMDRadnZ2a0dGeGNYbGR0ZzU4NmRUa3NWL3ZiYmI2cC84UFB6bzErL2ZyUnAwMFo5OWw5Ly9iVW0rSFIzZDhmVjFSVWZIeCtlZWVZWmRmeCsyeGZBR3VqYTk1ZHBhV21ZVENhTVJpUHU3dTU0ZUhody92eDV6R1pybWVDOWUvZlNxbFVycDlkYXRXcVYwNlJVOWd3R2d3cXVaUS9zbzAyQzJMK1I3WmZ3Y1dDN2kyY3ltY2pJeUNBakk0UDA5SFNWWmowMU5aWFUxRlJTVWxLNGUvY3VWYXRXMVNSa3N0bTNieDhsU3BSUUF6S3oyVXg4ZkR4eGNYR0VoNGVyb3RqNVRWcGFHbTV1YnRMaC9YdFpzdjMzdnJJbkxLdFNwVXFHL2ZkMkF6R0xUcWU3Qjl6SnlzbzZwdFBwRnR5OWUzZDlmaXNkWWNzS2Fjc1lEUERHRzIrb1djazllL1l3YXRRb05iTlhyMTQ5UHZqZ0ErYk5tNmVTd1lXRWhEQjgrSERBK3ZuWWxweGxyOEdhR3hjWEYxNTQ0UVZXckZpQnlXUmkvZnIxcEthbWtwYVdocCtmbjFxVzFyZHZYeXBWcXFRcEkxT2tTQkhxMTYvUDk5OS96MWRmZlVWcWFxbzYzMzVRMUtsVEo4TEN3cWhXclJwcjE2N2w4dVhMakJzM0RyRE9STmFxVlN2WE50b1B5SEtUZmNCbm44QXBORFJVODVqdGI0bDk0QmtTRXVMd042WmV2WHE4ODg0N1RKdzRVYzN1QmdZR3FxV0U5bTBNQ1FuaDZ0V3JtRXdtUm80Y1NldldyYmx3NGNKOVoybHM4bnFlK05mNDEvZVQrVldCQWdVSUN3c0RySDFvVEV3TU9wMk9zbVhMT2cxaXdkcEhkTzdjbVU2ZE91SHA2VWx5Y3JMcTIrd1RRdG11djJqUklpNWN1TUNkTzNjMHgzTVNGUlZGL2ZyMXFWR2pobWJMaFcwR3VFbVRKcXJzem9rVEozSmNtbXkvQWljdk9VeSsvUEpMVmM3TVZuMUNQSm9landqckgyYTdVOTYrZlh1SGZWem56NS9uazA4K0lUbzZtaG8xYWpCMjdGaW4xMWl5WkVtT2Q3cUxGU3ZHclZ1M2NreVVZYk4vLzM0MWdJbU5qWFhJSkdkdndZSUZtTTFtK3ZYcmwrTTVLMWFzVUV2NlhuNzVaUklURXpHWlRKak41Z2ZhcEEvVzdKUDJNd3hndmVObnkxelp1SEZqcGt5Wmd0bHNadURBZ1NRa0pGQzVjbVZWb2lNbldWbFpiTjY4bWVYTGx6Tmp4b3djc3dPZlBuMmFEaDA2QU5iM2JqOFl6Q3VUeWNUYmI3OU5mSHc4MTY5Zlo5NjhlWnFaRVNIK3FOK1h3Q1VEaDNRNjNRR0x4WExZYkRidlAzcjA2Ry8zZmZKRFVxWk1HWFE2SFIwN2RsUkJMRmdEcituVHAvUHR0OStxWSszYXRXUG8wS0ZNbno1ZFpRWDM4L1BqNDQ4L1ZvT2dmZnYycWZQelVyczFLU21Kckt3cy9QMzlhZG15SlN0V3JBQ3M1V1ZzMlc3YnRXdW4yU3NWRUJDZ1pudHQzM2ZzMkpIdnYvK2V6TXhNMWViZzRHRFZYNEExT0d6ZnZqMWd6Vmk4YTljdWxaaXBlL2Z1ZjFuU3ZRMGJOcWhCV25iVHBrMVQ1WHpBbXJCcC92ejVhaGtjV0d2WlhydDJUWk1VeTJReWtaS1Nvcm5XSzYrODRyQVBkZmJzMlhoN2U2dnN4TGJCbjcrL3Y4cndiRE5qeGd4dTM3NU56Wm8xYWRhc21UcnU0K1BqME83NjlldnpuLy84aHpGanhoQWRIVTFZV0JoejVzemgwMDgvZFpndEZ5STNqMkkvbVovWlZxSDQrUGl3YmRzMmJ0eTRrV1BsaU5EUVVCWXZYcXo1SFI4K2ZEaHBhV24wN05tVG9rV0xjdVhLRlVKQ1F0UnFqNkpGaTFLMGFGSE4yTFZnd1lJNXRtZmF0R2xNbmp5WkgzNzRBWlBKUkZKU0VyZHUzZUxXclZ1QWRSL3ZCeDk4d05XclY1azZkYXBEd2lld2puMTc5ZXFGeVdTaVljT0dLbERQamJOdE1lTFJKRUhzQTdwNDhTS2JObTNDWXJIZzdlMk5yNit2bW5rQTY1M3BIMzc0Z1l5TUREWnMyRUNEQmcxVXRqWUFUMDlQU3BjdXpmbno1L241WitjWjRPL2V2ZXMwVTZjOWIyL3ZIR2Q1N1RJVjVuaW4vSDduaEllSGE3SnlQcWdEQnc2UWxwYW1YdWZ1M2J1YXdkcnQyN2VaTUdFQ1lPMVFFeElTaUltSlllVElrWnI5RkRaTm16YmxtV2VlNGZqeDQrb213b1FKRTVneFl3YlhyMS9YSklnQk5IdkpEaDgrN0pDcHRFeVpNb1NHaHBLU2twTHJ6WUliTjI1dy9mcDFBSll1WGFxNXcyanY2YWVmenZmbGRrVCtZTEZZemdMTHpHYnpScFBKZFBiNDhlTTNBT2NwRmZPUnNMQXdYbnp4UlVxVUtLRTVQbTNhTkZWWHo5M2RuVUdEQnRHa1NST0dEUnVtdVZIMzBVY2ZhWjVyQzRSOWZIeDQ2cW1uN3Z2NjBkSFJqQm8xaW5yMTZ0R3BVeWM2ZCs1TXJWcTFxRldyRnFkUG55WTBOSlRHalJzN0pQeUlpWWtCb0hqeDR2ajQrRkM1Y21WcTE2NnQrYjN2Mzc5L2pvSHBpeSsrcURKbndsK1RXWGZYcmwyc1c3Y3VUL3Uzc3F0Um80YjZ1NU9hbWtybnpwMTU2YVdYS0Zpd0lKY3ZYK2FubjM1U2ZaYk4vUG56T1hQbURCVXFWT0RDaFF0MDd0elo0ZWRvNCtYbDVUQ3dYYkJnQWJkdjM2WlVxVkwzTGVYbTd1NU80Y0tGVlhaa285Rkk0Y0tGbmZiclF1VGtVZTBuODdNclY2NEExcFVaRVJFUnpKNDlPOGU2MmI2K3ZnNDNxUklTRW9pTGl5TXNMSXdxVmFxUWtaRkJxVktsSE1hSzludmVpeGN2bm1ON01qSXlzRmdzYk5xMHlXR2xDRmduSTA2ZlBvMjd1enRHbzVGMzMzMFhEdzhQM25qakRZb1ZLMFppWWlKRGh3N0ZaRElSSEJ6c2NQTXRKemt0Y1phVmRvOGVDV0lmMEtKRmkxUmgrRDU5K2pCaHdnVE5jclhzM25ubkhjMzNUejc1SkV1WExxVnk1Y3FZeldaKy9mVlg0dUxpQU90ZUw2UFJTRkJRRUU4Ly9UUU5HelowdU42YU5XczRkZXBVcm5lM3Z2bm1Hd29YTHN6ZHUzZWRYZ09zTXdCK2ZuNWN1SERCNmQ2Q2R1M2FVYng0Y2R6YzNOUS9WMWRYWEYxZDJiQmhBK25wNmZUdDJ4Y1BEdy9Odjh6TVRBb1hMcXhaOXBHV2xzYXdZY05VeVFxd0xpRnlWaDkyOCtiTlR0dGJwa3dabm5ubUdaNTg4a2thTjI3TTFxMWIyYmx6SjF1M2JpVXJLeXZYK21UMm1VWnRCZ3dZUUk4ZVBVaElTTWh6YmJOOSsvWnBaby9zVFowNk5kZDlja0trcDZmZmNITnphM2preUpFOVBJS0RzVUtGQ3ZIV1cyODVsREN3SlJrS0NBamd2Ly85THdrSkNiejY2cXNPU1lrKysrd3pQdmpnQXp3OVBiRllMTHorK3V1c1g3K2V3b1VMNTJrSjJKVXJWMVNKbjdKbHl6Sm8wQ0QxV0ZoWUdJTUdEWEpZYm5iMDZGSE9uejhQb0FMbHhNUkV6WTFIUU4zNXorN3ExYXVhMlZDQVBuMzZNSDM2ZE1xWEw0OU9wMU92bWROU3Q2U2tKUGJzMmFQSm5HeWJSWjQ3ZDY2bXBtRmFXaG92di93eUFJTUdEZExNZXRxQ2JDOHZMeVpNbU1EUW9VTkpTMHZqNXMyYkxGMjYxT0YxYTlXcVJidDI3WGp2dmZkSVNVa2hLaXFLcUtnb3dEb3orMCt6THpGVW8wWU5WUmZ5Y2RseUkvNGFqM28vbVovWk1wMEhCUVhScGswYklpSWkyTGh4bzJhMWlvMXQvNmxOUmthR1NxeFVxbFFwU3BZc3lWTlBQY1dQUC82b09jOWlzYWphc1hxOTN1bTJNcHZVMUZRQ0F3TnpYWExzNys5UHVYTGwrUEhISDFVSnRVMmJOdEd5WlV0T256NU5ZbUlpQm9PQlNaTW1PVjBaNHN6bXpadHp6R0xzckd5UHlML2tyOGNEdUhqeG9rcGMwYmR2WDgwdmdiKy9mNjZ6cHdrSkNab2dybVhMbHJSczJaTEJnd2NURnhkSGNIQ3dtcGtFYXdkaTYzRHN5MHJZZ2p4L2YvKy83bzA1VWJObVRjcVZLOGZQUC85TWd3WU4xUEdGQ3hkeThPQkJqRVlqSVNFaHFsUUdXTysrOWU3ZG01NDllOUt0V3plTVJpTXBLU2xFUmthcVJDUmduZEcwVHdpeWN1Vks1c3laQTFnN0oyZjd5ZXhuU1NJakk5bXhZd2NtazRsNTgrYlJyMTgvemN3eVdEdFNXMFpPWjdVaG5kMkpLMWFzbUpvdHNHWHhjelk3WTN2TWFEU3E2K1oxRDV6NDl6cCsvSGd5c1AyK0orWmpnWUdCWEw1OFdYUE0yOXVieno3N0RLUFJxTXJDMkFZQ0pVdVdKQzB0ald2WHJyRjc5MjVlZi8xMVpzK2VUYUZDaFZRZjZLekVRMkppSXBtWm1acmZVL3VCVnNXS0ZUWG5HNDFHNnRhdDYxRHl4ajdyWk5PbVRkbTdkeS92di8rKzJ0OXI4OUZISDdGcjF5NjZkKzlPalJvMTBPbDBKQ1VsOGZiYmI2dGtUallKQ1FsMDd0eVppSWdJWG5ubEZYYnYzcDNyOHVJalI0Nm8xU1BaWGJ0MlRUT0FzL1ZaWU0wT21uMUcxZC9mbitEZ1lHclhyczJxVmF0WXZudzUrL2J0VTltVUF3SUNxRnk1TWkxYnRxUjY5ZXFBTldDZU9YTW0rL2J0dzJLeEVCNGVydm5iWlQ5WXZYbnpwbWJXMmNhMlYvZk1tVE5xMXQzRzE5ZFg4emZDbWViTm02czJlbmw1b2RQcE5NR3I3SzBWTm85RFA1a2ZtVXdtMVllV0tsVUtkM2QzM04zZEhYNzNiTE9SSjArZVpPSENoZmo2K3BLVmxjV2VQWHZVMk9mSko1K2tYTGx5dUxpNE9BU3gzMy8vdmRxTFg3Tm16UnpIUm5mdjNzVmtNdUhqNDBQeDRzVjU2YVdYQ0E0T3BraVJJbXpZc0lGRGh3N3h3Z3N2cUJWODhmSHhhbXRIOWtSK3ZYcjF1dTlxbm03ZHV0RzJiVnZBK1RZSXNOYVl0Vi9WWjE5clcrUlBFc1ErZ0RsejVtQTJtd2tQRDZkeDQ4Yjg3My8vVTNlWG4zdnVPVlZPd1psRml4YXhmUGx5elRHVHljVEJnd2NCNnkrN3ZjdVhMNnU3NVpNbVRTSWlJZ0t3RGpJZzkzMEdMVnEwdU85N2FkS2tTYTZQSHo5K25FR0RCbkhyMWkwKy92aGoxYjY2ZGV1eVlNRUNUQ1lUQ3hjdVZIdCtVMU5UR1RGaUJHbHBhWHo2NmFjcUErbWVQWHMwQVN4QTc5NjlOY3MyN0FleHJWdTNkbWhMOWVyVm1URmpodm8rSkNTRXZuMzc0dWJtUnN1V0xmSDI5bWJyMXEyYXdkaHZ2LzFHMTY1ZEFlc3NhWlVxVmRSamVyM2VJZWdGNjR4U3hZb1ZPWG55cEtwNU9IUG1USjU0NGdsMVRrcEtDbTNhdEZIblIwUkVvTlBwS0ZTb1VLNmZweENQSzdQWnpMWnQyNWczYjU1bTJmN0xMNy9Nc0dIRHVIbnpKbjM3OXVYeTVjdWNPbldLWHIxNnNYRGhRclg4M2o2WUNRZ0lJREV4a1R0Mzd0Q3ZYejlxMXF5SlRxY2pQajVlelNJYURBYWVmdnJwKzdacjE2NWRxbnhPY0hBd1AvMzBrMmJnVTdod1lXcldyS21Dc2dNSERuRGd3QUVXTGx5SW41OGZnd1lONHRLbFM0QjFQKytvVWFPWU0yZU9TcXhrbTlsMGMzT2pWS2xTK1BuNVVhQkFBVXdtRTJscGFkeTRjWU9ubjM1YWxhQUJLRjI2TlBYcTFlUFpaNTlWQVhWT1B2dnNNNGNjQWErKytpcERodzRGclAxZ1hsYVJoSVNFTUdYS0ZJZmpQL3p3QStmUG4xZjc1QXdHQStmT25jdTFUZnYzNzFjenFEYmg0ZUgzRFdMRHc4TlZFTnU0Y1dPU2twS1lQWHMySGg0ZW1odThjak5RaUwvSG9VT0hWTUJhc1dKRk5tL2V6TGx6NTFTZjZPSGhBZnovOGwrVHllUjBGVnVaTW1WVWJlN3NidHk0d2RTcFU5WDMyZk8wMksrNG1UbHpKbUM5TVZleVpFbFZOZzF3dXZlMWRPblN6Snc1azhPSER6TnIxaXhOUXFaVnExWlJ1SEJodFlyRkdXOXZiNGYrNVp0dnZ1SEFnUU80dXJxU21abko4ZVBIMWRKb1B6OC85Wm1JL0V1QzJEemF2MysvR2tUVnJsMmJ5Wk1uYStvTGZ2WFZWdzdaMnZKeVRWc0NqdXdKZyt4bmJlMFRjdGhtQmJMUHhPWVVtTm5ZT28vY3pyR2ZyUXdLQ2xKSm5VYU1HTUdhTld2dzgvT2pRb1VLVks5ZW5lam9hRFp2M2t6djNyM1ZJTW4yeXo5bzBDQzF1YjUrL2ZwNGVYbHBFbzAwYk5oUWs1emsxMTkvVmZ1RFgzamhCWWRaMHREUVVJZTI5dWpSUS9QOThPSEROZG50N0EwY09GRHp2VzFKZDNiUjBkRU1IanhZYzh3V3pEcGpTN3ppNHVLUzR6SmpJUjUzYVdscGZQSEZGeXFBRFE0T1p1alFvV3A1ZmJGaXhmamtrMC9vMGFNSDE2OWZ4OFBESThmOWtYWHIxbFhKbG13MUFyT3JWNjllbm9LZDhQQndDaFVxeEkwYk4ralZxeGZ1N3U1cXdGYTJiRmxtelpwRllHQWdSWW9VVVlPMUprMmFVTGx5WmRxMWE2Y0MyQUlGQ2pCMzdsektsU3RIN2RxMVdiNThPY3VXTFZQbEpkTFQwNTB1eHdONDg4MDNDUTRPWnRpd1lkU3RXMWV6Y2lVbUppYlgvdGladkpTcnlLdERodzZ4ZXZWcTlYMVFVQkFHZytHQjIyUTd2MjNidHRTcFU0Y2lSWW80bk5PelowOGFOV3BFV0ZnWVR6MzFGRmxaV1d6WnNrV3p4QmpJMDk1b0ljU0RLMWV1SEFFQkFTUWxKVkd0V2pXMmJkdkd3b1VMMWVPMndMUjc5KzVjdUhDQjJOaFl6U3l0dTdzN1R6NzVKTU9HRGN2eE5Xd3JhTUJhY3p0N1FrMzd2bUhqeG8yQXRreFhYbFN0V3BVbFM1YXdlZk5tWnM2Y3lmWHIxMGxLU25MWTVwSVhYbDVlZlAvOTkwNGZ5OHRra0hqNEpJak5JOXZkYXRBdVVmUDM5K2ZtelpzWWpjWTg3ZTJ4SHlEWTcvL01TeENibVptcDJwRjlQWC9GaWhVMWU2N3NSVVZGTVdUSUVNQ2FaYko2OWVyczJiT0hXYk5ta1pDUXdCZGZmT0V3OEFnSUNPQzk5OTVqOE9EQkpDVWw4ZUdISHpKcDBpVEFPaHNRSFIxTjgrYk5LVlNvRU5IUjBXbzJJeUlpUW1YMUJPdHlqUHIxNjJNMm05Vk5BRnY1Q3B1VksxZXFJTFozNzk0T0ExVDd1M2ZMbHkvWHpQYTBiZHRXczR6YjNkMGROemMzekdheitxeTh2THd3R28xa1ptWTZESnF5djQ2N3U3dG1LYkt6c2pxMmp0M0Z4UVdEd1NCTFRzUy9tcGVYRjFPbVRPR3R0OTZpVTZkT2RPalF3V0Y1YlhCd01IUG16R0hNbURITW1ERWp4NFJHZ3dZTndtS3hzR3ZYTHMweVhyMWVqNysvUDAyYk5zMXpqZEhDaFFzemZmcDA1c3laUTZ0V3JlVUNVaU1BQUNBQVNVUkJWTkRwZEt4WnM0WXFWYXJ3eGh0dnFEYjI3dDJiU3BVcU1YSGlSQVlNR0lEQllHRDgrUEgwN05tVHNMQXdKaytlckdZbjNOM2RlZjMxMStuY3VUTjc5KzVsMzc1OXhNWEZjZjM2ZFZYbUp6TXpFN1Baakt1cnExclMyN0ZqUjRmMjllelprNTQ5ZSticHZmd2RiSHZWdkx5OHFGMjdObFdxVk1Gb05PYjRkK1IrS2xXcTVKQ3QzK2FwcDU3U0JLaDZ2WjdTcFV1cjJSUmZYMS9hdEdtVHB5elZRb2dINStmbng3aHg0MWl6WmcyZW5wNVVyVm9WRnhjWGZIMTlxVnk1TW4zNjlBR3N1US9zVjc0OWlITGx5ckZ3NFVJbVRweW9TcW5aNjlDaEEzdjM3dVhjdVhQb2REcEtseTd0dEcvTWkyYk5tdEdnUVFNV0xWckU4ZVBISGZiNTI1Wkw1emFiNnF5MFcrSENoV25jdUhHdWxUeEUvcEh2VW5HRmxubXFGaTY2Ly9rVUtCQThhK29ITktqMzdNTnVFbUJkTHR1OWUzY0tGQ2lnc2wzV3FsVUxUMDlQdG03ZFN0ZXVYWE9kdGN2dXpwMDdOR3ZXVExNSHlxWjkrL2FVS0ZGQ0xjdll1WE1ubnA2ZVhMdDJqUmRmZkJHd0xtVjk3YlhYQURoMTZoVDkrL2ZQOGJWc2RWekJ1aGZBYURSaU1wbFVwbDF2YjI4MW9KcytmYnBtcWNpRUNSTTRmUGd3bzBlUHBuTGx5Z0FzWHJ5WWRldlcwYVJKRS9yMTY0ZlpiR2J1M0xuczNyMmJ4WXNYTzNRYUtTa3A3TnExaXhFalJ1VDU4N0ZuS3kwQjFpV0s5cG53bGl4WlFxVktsUmc4ZUREYnQyOG5NaktTcmwyN09pMnhzMlhMRmthTUdLR1ppVDE3OXF6cS9ENysrR1BxMUttaktWZGt1NzZOZmJLc01XUEczRGRUNThPeTc4QkJCZzc1RHdrM2JpUmhvZlhaa3pFL1BldzJpYjlPZnV3bnM3S3lja3h1WkdPeFdQN3hESkJtczFuZENNdXRkbmYyeHc0ZlBrekZpaFgvOEUycXZId2VENU90Yk5yRHlzaVpucDZPeFdKQnI5Zi9aU1dMSHBUMGs0KzMwQ2NxTjBSbitkS25RSUhnQlI5UHAxYU5CeSsxOTdpeHIvVXFyUHY5YlFuNjdQT2NpUCtYbi90Sm1Zbk5JMDlQVDFhdlhzM1NwVXVKaVluQmFEUXliTmd3WnMyYUJWaUxKK2VsQnA3QllHRHIxcTE4L2ZYWFRnTllHOXZlVjdEdUlRSTB0VnBuekpqQjNMbHoxU1ozKy9OejQ2eEVqUDBzYzJabUpyR3hzV29mYTFCUUVNMmJOK2ZvMGFOcXcvdnExYXU1ZnYwNnExYXRVcDJocjY4dlRabzAwU3lwRGcwTlZjdUo3WFhvMEVHekhEb21Ka2FWdStqWnM2ZkRvTEZvMGFMcTYzTGx5dUhoNGFFeU9tZTNldlZxZnZycEo4MHltTW1USitQdDdlMVFaZ2UwbjZtendkekFnUU0xQTlzSHJaY3J4TDlGWHY3NFA0eUF5WDRsUjI2clpiSS9WclZxMVQvMXV2bDlNUFN3eTBuSUNoWWgvbmtTd0dySnZ0ZEhtd1N4RHlBdUxrN05DSGJyMWszVkdRVnI4SmVYTmZtMmdZMzlYaVIzZDNmZWYvOTlKaytlckpiUTJiTEEyYTZkbmRsc1Z0ZDY0b2tuVk0xRmU3R3hzVXliTm8zNCtIZ01CZ05aV1ZrWURBYmF0R2xEMjdadG5lNWRjbmQzWjlHaVJjeWJOKysrN3lVNU9WbHR6bmVtY2VQRzFLOWYzK0g0eVpNbk5Ydmk3TE9keHNiR09nd21ZMkppdUhqeElyMTc5MmJ5NU1tYVdkYnNybHk1b21xaDJjVEh4K2ZZUnZ2UDJka0FONmU2c0VJSUlZUVFRb2lIUTRMWVBFcExTK1BkZDk4bEl5TURuVTdIOWV2WG1UQmhnaVpoRWNEZXZYdnAxS2tUWUoyZGZmWFZWd0hyUHRxNmRldXE4MnJYcnEzMmtScU5ScDUvL25rKy92aGo5WGpEaGcxekxObXpmdjE2VHAwNnBmYlhYcng0a1lNSEQ1S2NuTXlOR3plNGNPRUN4NDhmVjJVa0FnTURHVE5tRENhVGliRmp4N0o2OVdwV3IxNU5hR2dvWmN1V3BYang0dmo3KytQcDZVbmx5cFZ4Y1hGeG10ekRaREk1TFllUjAzN2duQktFL1BMTEx3NnpBTGFFSmJhbDJ0bmx0SWZPSmpJeVVpVjcycnQzcnlhcjNvQUJBN0JZTEdwL21uMEFiWCtEd05YVmxXdlhyaEVVRk1UNjlldHpmVDJ3M3BCSVNVbTViOXVFRUVJSUlZUVFmeDBKWWgvQXRXdlhBT3VTMHZYcjF4TVdGcVpKdEpTVWxLUlpRbVlmMkdWZld0YXhZMGMyYnR6b05DZ0U2K3hxdVhMbEhJNjd1N3NUSFIydENXS3ZYTG1pcVRFTDFpVVN0V3ZYSmlJaWdvaUlDSFh1dDk5K3k5cTFhOW0wYVJNblRwemc3Tm16bXVmTm56K2ZidDI2YWNwQ2dIWHZhTy9ldlIxcUp0cmUrL3o1OHpYSm1uS3pmUGx5eXBRcEExajNHdHRtWWtOQ1FoNDRNNlpOeVpJbE1abE1MRnEwaUU4Ly9WVHoyUGZmZjgvL3RYZmY0VkdWaVI3SGYyZG1FdEtwQVF3b1NBdGxSVUJGQVpVaUlyalN4SFpWdkNJb1dLNm82SlhyY21WVlZoRnhGV1ZWQkZIRVhRc3FpMHBWUVVYRVNqY1VBNEpBSUlVVzBqTXo3LzBqekxrekpJRlFaT2JnOS9NOFBNNmNjK2JNT3pQNGNuN25iUnMzYmxTblRwMTB6ejMzcUduVHB2YSs0QzdHcGFXbDlwampxcnJ6emp1clBORU1BQUFBZ0JOSGlLMmltSmdZOWV6WlU5dTJiVlA5K3ZWVnMyWk4xYXBWUzYrODhvcHExS2hoaDY5Qmd3Ylo2K0gxNzkvZmZuenR0ZGVHbkM4MU5WVTMzbmhqeUV6SHdYcjM3aDB5VmpWZzVzeVpkaGZZd0h1MmFkTkd2WHYzRHBudE9DNHVUdW5wNlVwUFQ5ZExMNzJrWjU5OVZ2bjUrWHIwMFVmdFkySmpZME5tNjczc3Nzc3FYSDl4NDhhTnV2ZmVlN1Zueng0bEpTV3BXclZxeXM3T3R0ZmQycjE3dDRZTkcxWnVQVmFwclBWMitmTGxjcnZkR2pObWpDUnArL2J0ZHBmZjlldlgyNjJtOTk1Nzd4R25XMi9YcnAwU0V4UExiUzhzTE5TaVJZczBmZnAwZTlLbndESkEwdi9mUUZpK2ZMbVdMMSt1SzY2NFFuZmRkWmNhTm14by96NVMyYXg4TVRFeDlvUWp3ZDl4TUovUFo3ZmdobnRjR1FBQUFQQkhRNGc5QnNHTHdCY1ZGV254NHNXU3l0WkJETFJRQnMrY0cvdzRzT1pnc09OdGRTd3NMQXg1ZlVKQ2dtNjQ0WWFRRUh0NGkybEpTWW1LaTR2dExzWVZHVHAwYUxsWkl1Zk5tNmUvL2Uxdktpb3FrdHZ0MW9RSkV6UnAwaVJsWjJjck5qWld6ejMzbklZTUdhTDkrL2RyK1BEaHV2UE9PelY0OEdDN0ZicXdzRkQzM1hkZmxUNVhZSktzeWh3K1UzREFzbVhMOVBqamo5dlBCdzhlckt1dXVzb2VOM3ZmZmZmSkdLUHg0OGRyNjlhdFdyaHdvWXFMaS9Yc3M4OXEyN1p0a3NxNk16ZHUzRmpMbGkzVHh4OS9iQys4ZmZQTk4ydkVpQkYyV04yMGFaTWVmUEJCN2R5NVV3MGJOanppNHRvQUFBQUFUajVDYkJWOTk5MTMrdVNUVDdSejUwN3QzTGt6WkIzWFZxMWE2ZXV2djVZa2ZmbmxsM1pYM0preloycnc0TUdTcE5kZWUwMlhYWFpaaGVmT3k4dFRseTVkUW1iVUhUVnFWTWlrUXdGbm5IR0czWHBhV1FnT251U3BSNDhlNVNhR1NraEkwUHo1OHlXVkxRUFJ0V3ZYY3VmWXRXdVhKa3lZb0srKytrcFNXZGZvcDU1NnloNVhHdENpUlF0Tm5qeFpJMGVPVkg1K3ZpWlBucXlGQ3hkcTFLaFJ1dUNDQ3hRZEhWMnVhL0tCQXdjMGI5NjhDaitmVkRZMnRYZnYzcXBaczJiSTl1VGtaRW5TbGkxYlFzclpxMWN2OWUzYlYwdVhMdFYvLy9kLzY0b3JybEI2ZW5ySWF5KzQ0QUs5ODg0N2V2MzExelZqeGd6OTEzLzlseVRac3pDbnBLVFlRYlZ2Mzc3S3ljblI1TW1UTlczYU5QMzQ0NCs2ODg0N3RXelpNcjM5OXRzcUxTMVY0OGFOOVk5Ly9NTmV3eGNBQUFEQXFVR0lyYUk5ZS9abzNyeDVGZTVyMDZhTkhXSmpZbUxzN3F0eGNYSDI0Nk5ONHgwY1lDVWRjZjNSd0hJNng5dVNlelNUSmszU3YvNzFMM3U4Ymx4Y25KNTg4c2xLRjZKdjM3Njlwa3lab2djZmZGQzdkKy9XTDcvOG9oRWpSdWljYzg3UlN5KzlwSHZ2dlZkU1dTdm03Tm16dFdqUklwV1VsTWpqOGFoNzkrNzY5Tk5QSlpXMW9NNmFOVXRGUlVWYXRHaVJldlhxcGQ2OWU5dUxja3RsTTBRLzhjUVQ5bnMvKyt5emF0S2tpUjU0NEFHTkhEblNEcjRKQ1FsMk9LOVJvNGFrc3RiV08rNjRROWRkZDUxcTFLaWhuSndjYmR5NFVaTEtkYU1lTW1TSVltSmlOSEhpUksxYXRjcGVDRnlTempyckxEMy8vUE9xWDcvK2lYM1JBQUFBQUk0WkliYUtXclpzcVlTRUJKMTk5dGs2Kyt5emRmRGdRUzFac2tTV1phbExseTRocytFZTdzQ0JBL2JTUEJXTm9heFdyWnBHang2dEYxNTRRZnYyN1F2Wmw1V1ZwUWtUSnFoT25UcUtqWTNWN3QyNzdhN0NTVWxKRmI1ZlpXRXpJQzh2NzRqSHRHalJ3ZzZ3WjUxMWxoMFVqNlJWcTFiNjE3LytwYkZqeDlvdHdSZGRkSkZ5Y25JMGE5WXNMVjI2Vk51M2I3ZVBUMDFOMVpneFk3Ui8vMzQ3eEhidDJsVi8vdk9mTlc3Y09LMWJ0MDRmZmZTUlB2cm9JOFhFeEtoTm16YTYvLzc3OWNRVFQ0U000ODNKeWRIZ3dZTjErZVdYcTEyN2RxcFpzNmFpb3FMa2RydDEzWFhYU1pLeXM3T1ZsWlVsdjk4dm44OG5yOWNybjgrbnJWdTN5dS8zU3lxYlZHcjY5T25LeWNsUlZsYVdObTNhVkdFWGNFbjY3YmZmTkdEQUFNWEh4NnRtelpwS1RFelV3dzgvWEdGWFp3QUFBQUFuRnlHMmlwbzBhYUl2di96U2ZuN25uWGRLa3M0Ly8zelZybDI3MHRmRnhNUm82OWF0OWdST3dWMWs0K1BqbFp5Y3JJU0VCUFhyMTA5ejVzeVJ4K01KbWJ5b1JvMGErdUtMTCt5SmhvSjE3Tml4d3Zlc1ZhdVcvVGpRYW5zc3gvVHAwMGRmZmZXVmF0ZXVyWHZ1dWFmS0xiN1ZxMWZYODg4L3I4OCsrMHlmZlBLSmhnMGJwb0tDQWkxY3VOQU8zbWVlZWFhR0RCbWlxNjY2U202M1c5OTg4MDNJT1pvM2I2N1hYMzlkaXhZdDBzeVpNN1Zod3dZVkZSVnA3OTY5YXQ2OHVkcTBhYU9OR3plcWRldldHakJnZ0NaTW1LQ1NraExOblR0WGMrZk9yVkk1cGJKSm9rYVBIcTNaczJlcnNMQlFnd1lOMHUyMzN4N1NWVGs2T2xwdDI3YlZSUmRkcFBQUFAxOC8vL3l6dnYzMlc2MWF0VW9IRHg1VWZuNis4dlB6ZGVhWlo2cDE2OVpWZm04QUFBQUF4NDhRZTV6R2p4K3Y4ZVBINitxcnI1WWtlNlpleTdKQ3Vydk9uRGxUWThlTzFieDU4MVM3ZG0wNy9FcGxrd2JkZlBQTjl2UFhYbnV0M1B0RVIwZXJUcDA2SVJNeTFhbFRSLzM2OVZQZnZuMHJMRnVnWlZNcWF3ME5qSWwxdTkyS2lZbFJZbUtpUFFtVTErdlZoUmRlV080Y1R6NzU1SEhQdk51elowLzE3TmxUVWxscjhUMzMzS09sUzVlcVg3OSs2dEtsUzdubGhnN25jcm5VdTNkdjllN2RXK3ZYcjlmaXhZdlZzV05IZVR3ZVhYbmxsZnIyMjI4MWFkSWsxYXBWU3hkZWVLSGVmdnR0L2ZEREQ4ck96bFpSVVpIOGZuK2xTeGNGOU8zYlY4MmJOOWViYjc2cEgzNzRRVFZxMU5DRER6Nm96ejc3VE0yYk4xZnIxcTJWbXBwcWQyT1dwSFBPT1VjMzNIQ0RwTEtKdWpadjNxemZmdnROTFZxMGtOdnRQcTd2Q2dBQUFNQ3hpYmoxUVJvM2EzdVJvcXpaU1ltSjlWK1lPRjVkTCtrUzdpS2RNSy9YSzdmYnpYSXNKNEV4UmhrWkdXclFvRUdWanZYNWZQTDcvVExHMkszWnhoaFZxMWJ0cUdIYXliNzkva2ZkTzJxMHN2ZnMyUytqZ1ZzM3JQb2kzR1hDeVhNNjFwUEFxVVk5ZVhwcjNMSmROMW5tN2FURXhQcFRYbnhPRjNVOFA5eEZBaHdua3V0SldtSlBnY0J5TXpoeGxtVlZLY0FHanVXN0J3QUFBRTR2cDI5VEZBQUFBQURndEVPSUJRQUFBQUE0QmlFV0FBQUFBT0FZaEZnQUFBQUFnR01RWWdFQUFBQUFqa0dJQlFBQUFBQTRCaUVXQUFBQUFPQVloRmdBQUFBQWdHTVFZZ0VBQUFBQWprR0lCUUFBQUFBNFJzU0ZXSy9INUZ0U3FkL25WMTUrUWJpTEF6aFNRVUdCdkQ2dlpPVHpHVzlldU11RGs0dDZFamh4MUpPbk41L3g1Z1hxeVlJQzZrbmdlRVJ5UFJseEliYWsyR1RKcUxDa3RGUzdNelBEWFJ6QWtiS3ljMVJVVkN4SnhjYVU3QXAzZVhCeVVVOENKNDU2OHZSbVRNbXVRRDJabFowVDd1SUFqaFRKOVdURWhkaXNYOWZsR0NtL3RMUlU2emRzVkZGUlViaUxCRGhLU1VtcDBqWnNWSEZ4c1NSVHZHUFRKbExPYVlaNkVqZ3gxSk9udngyYk5tWGE5ZVRHVGRTVHdER0s5SG95NGtLc0pKK00vMTFqakgvUjUwdjB3NHBWS2l3cWtqRW0zT1VDSXBveFJrVkZSVnI3YzVwbXovbEVmci9mTDVrWmtyemhMaHRPT3VwSjREaFFULzZoZUFQMTVKeFA1bEZQQWxYa2xIclNDbmNCS3BLU2toSVhuVlIzdm1YcDBxU2tSSFcvOUJLMS9WTnJOV3pZUUlrSkNlRXVIaEJ4RHVibGFlZk9ESzM5T1UyZmY3RlV1Ym01OGh1enJEUTN1MWRHUmdhRGdVNUQxSlBBc2FHZS9PT3BxSjQ4dCsyZjFDRGxET3BKb0FKT3FpY2pNc1JLVWtwcTI5Um9XUy9KVWpmTHNseFJVVkdLajR1VHgrTUpkOUdBaUZQcUxWVkJRYUZLUzB0bGpERXkrdG9yM3owN05xNWJFKzZ5NGZkRFBRbFVIZlhrSDFOS2F0dlVLRm5UTEV1ZExjdHlSVWRGS1k1NkVxaVFrK3JKaUEyeGtsU25UbXBpZkoyWUoxMlcraHNwU3JLaUpMbkRYUzRnQXZra1UycEpwWDZaaFFkTEMwYnRUVS9QRFhlaDhQdWpub3hjbGluN045WllvdjlpWktDZS9JT3EyYVJKOWFUb3hISFVrOEJST2FhZWpPZ1FHNUNjM0RyQlhkdGZKOHJ2VG5hN291TERYUjRnMG5qOXBzQnRtZXlDdmQ3czdPeTBpSm9DSGFjRzlXUmtpWGI3bThWNjNFTXRTNTZDVXQrVUVwOHJQZHhsK3FPam5rUnljdXVFdUZxZVpML3gxYUdlQk1welVqM3BpQkFMQUlDVHRHL2Z2cXRsV2U4WVkySWtEVmk1Y3VXWDRTNFRBQUNuaTBpY25SZ0FBQUFBZ0FvUllnRUFBQUFBamtHSUJRQUFBQUE0QmlFV0FBQUFBT0FZaEZnQUFBQUFnR01RWWdFQUFBQUFqa0dJQlFBQUFBQTRCaUVXQUFBQUFPQVloRmdBQUFBQWdHTVFZZ0VBQUFBQWprR0lCUUFBQUFBNEJpRVdBQUFBQU9BWWhGZ0FBQUFBZ0dNUVlnRUFBQUFBamtHSUJRQUFBQUE0QmlFV0FBQUFBT0FZaEZnQUFBQUFnR01RWWdFQUFBQUFqa0dJQlFBQUFBQTRCaUVXQUFBQUFPQVloRmdBQUFBQWdHTVFZZ0VBQUFBQWprR0lCUUFBQUFBNEJpRVdBQUFBQU9BWWhGZ0FBQUFBZ0dNUVlnRUFBQUFBamtHSUJRQUFBQUE0QmlFV0FBQUFBT0FZaEZnQUFBQUFnR01RWWdFQUFBQUFqa0dJQlFBQUFBQTRCaUVXQUFBQUFPQVloRmdBQUFBQWdHTVFZZ0VBQUFBQWprR0lCUUFBQUFBNEJpRVdBQUFBQU9BWWhGZ0FBQUFBZ0dNUVlnRUFBQUFBamtHSUJRQUFBQUE0QmlFV0FBQUFBT0FZaEZnQUFBQUFnR01RWWdFQUFBQUFqa0dJQlFBQUFBQTRCaUVXQUFBQUFPQVloRmdBQUFBQWdHTVFZZ0VBQUFBQWprR0lCUUFBQUFBNEJpRVdBQUFBQU9BWWhGZ0FBQUFBZ0dNUVlnRUFBQUFBamtHSUJRQUFBQUE0QmlFV0FBQUFBT0FZaEZnQUFBQUFnR01RWWdFQUFBQUFqa0dJQlFBQUFBQTRCaUVXQUFBQUFPQVloRmdBQUFBQWdHTVFZZ0VBQUFBQWprR0lCUUFBQUFBNEJpRVdBQUFBQU9BWWhGZ0FBQUFBZ0dNUVlnRUFBQUFBamtHSUJRQUFBQUE0QmlFV0FBQUFBT0FZaEZnQUFBQUFnR01RWWdFQUFBQUFqa0dJQlFBQUFBQTRCaUVXQUFBQUFPQVloRmdBQUFBQWdHTVFZZ0VBQUFBQWprR0lCUUFBQUFBNEJpRVdBQUFBQU9BWWhGZ0FBQUFBZ0dNUVlnRUFBQUFBamtHSUJRQUFBQUE0QmlFV0FBQUFBT0FZaEZnQUFBQUFnR05ZNFM0QUFBQk9kdTY1NS9aeXU5MExqK1UxUHArdjcrclZxei81dmNvRUFNRHBqSlpZQUFCT3dKNDllNVlhWXpLcWVyd3habmQyZHZiaTM3Tk1BQUNjemdpeEFBQ2NnQjA3ZGhSS21pWkp4cGhLand2c3N5eHJaa1pHUnNFcEtSd0FBS2NoUWl3QUFDZkk3L2YvVzFLUlpWa1ZCbGxqakN6TGtxUWlZd3pkaUFFQU9BR0VXQUFBVHBEWDY5MW1qRmx6dE9PTU1Xdjhmdi9tVTFFbUFBQk9WNFJZQUFCTzBNOC8vNXhyV2RZM2xlMC8xQW9yeTdLK0tTMHR6VDVsQlFNQTREUkVpQVVBNE1SNWpUSHJqREg1VXVqWVdHTk00SG1oTVdabFdscGFTWmpLQ0FEQWFZRVFDd0RBU2VEeitiNjJMQ3V6c3YzR21GeWZ6L2ZkcVN3VEFBQ25JMElzQUFBbndabzFhemI2L2Y2TmdhN0RRUzJ3T2pUaFUvcWFOV3MyaHJPTUFBQ2NEZ2l4QUFDY0pNYVlmMVcyejdLczEwOWxXUUFBT0YwUllnRUFPRWxLUzB2L2JZelpFN3p0VUN2czNvS0NndmZDVlM0QUFFNG5oRmdBQUU2U3RMUzBQRWx6QWwyS0F5ekxtcjl4NDhhRDRTa1ZBQUNuRjBJc0FBQW5rYy9ubTJxTXNXY2dOc2FVK0h5K044TlpKZ0FBVGllRVdBQUFUcTR0a3JaYWxoVllIL1lYbDh2RmhFNEFBSndraEZnQUFFNmluSnljUEVrcmdqYXRQWERnd1A1d2xRY0FnTk1OSVJZQWdKTW9JeU9qUU5JUHhwaFNTVjVKUDJ6WnN1VkFtSXNGQU1CcHd4UHVBZ0FBY0xveHhueHJXVmEyTVNiR0dQTnR1TXNEQUFBQUFNQVJkZWpRWVhHSERoMStDbmM1QUFBNDNWaEhQd1FBRU9tU2sxc254Tlh5SlB1TnI0N2JGUlVmN3ZKQWlvOVNQOGxFNTVkYTc0ZTdMSkM4ZmxQZ3RreDIvcDdpbkp3Y2xqdjZJNktlQkk3TVNmVWtJUllBSEN5NWRldUVlTC9uRVV0V1gxbFdqSXlKTVJaRFJTS0JkZWpmV0NPWmNKY0ZrbVhrbFdVVkdabGlHUzNLZDVVK21sMjJyaTlPYzlTVFFOVTRxWjRreEFLQVF6Vm8xclpobE1kNlRWSlB5N0pjSHJkYjBkV2k1WGE3dzEwMElPTDRmWDRWbHhUTDYvWEpHT09YOUpuUDY3dHJlL3E2emVFdUczNC8xSk5BMVRtcG5pVEVBb0FEcGFTY0Z4ZFYzZnVSUzlabFVWRlJ1cXpicGVwNHdYbHFjRVo5SlNZbWhydDRRTVRKejgvWGpveGRXcjlob3haL3VWUTVPWHRrakw0cTNPZS9Nak56VFg2NHk0ZVRqM29TT0RaT3FpZnBTZ0VBRGhTVjZMdmZNdW9lRXh1angvOTN0Qzd2MFYxSlNZbXlMTzVOQWtkU1VGQ2dhd2IyMTUwalJ5a25aOC9GTVRYMFA4clVtSENYQ3ljZjlTUndmSnhRVDdKT0xBQTRURXBLU3B6TE1qZFlsdVg2YysvTDFhZFhUMVd2bnNTRkdWQUZjWEZ4T3ZlY052cHo3MTZ5TE12bGNya0dOMnpZTURiYzVjTEpSVDBKSEQ4bjFKT0VXQUJ3bU9pa3VuVmxXVEVlajBmbm52TW54Y2N6eVNad0xLS2lvdFM2WmFwaVkyTmtwS2lvcU1TNjRTNFRUaTdxU2VERVJIbzlTWWdGQUlmeCtVdVRaVXhNZEhTMDZ0ZUxxSDlUQU1lb1hhdW1xa1ZYazR5aWZkVThkY0pkSHB4YzFKUEFpWXZrZXBJUUN3QU80M1pGeFJ0TEhyZmJwWVNFaEhBWEIzQ2srUGg0ZVR3ZXlaTGJKVGV6L0p4bXFDZUJFeGZKOVNRaEZnQUFBQURnR0lSWUFBQUFBSUJqRUdJQkFBQUFBSTVCaUFVQUFBQUFPQVloRmdBQUFBRGdHSVJZQUFBQUFJQmpFR0lCQUFBQUFJNUJpQVVBQUFBQU9BWWhGZ0FBQUFEZ0dJUllBQUFBQUlCakVHSUJBQUFBQUk1QmlBVUFBQUFBT0FZaEZnQUFBQURnR0lSWUFBQUFBSUJqRUdJQkFBQUFBSTVCaUFVQUFBQUFPQVloRmdBQUFBRGdHSVJZQUFBQUFJQmpFR0lCQUFBQUFJNUJpQVVBQUFBQU9BWWhGZ0FBQUFEZ0dJUllBQUFBQUlCakVHSUJBQUFBQUk1QmlBVUFBQUFBT0FZaEZnQUFBQURnR0lSWUFBQWNwckN3TU54RkFJQ1R4dS8zcTdpNCtLakhGUlVWcWFDZ1FFVkZSYWVnVkloa25uQVhBQUNBaWt5Y09GRnZ2LzEyaGZzV0wxNnNSeDU1Ukx0MjdUcnFlYTYrK21yZGZQUE5WWDdmbmoxN2F0KytmZXJYcjUvR2poMTd4R01mZXVnaExWNjhXTTJiTjljNzc3eFRicjh4UmdjUEh0VCsvZnUxZCs5ZVpXVmxLVE16VTl1M2I5ZjI3ZHYxOTcvL1hiR3hzWktrZDk5OVZ4TW1URkQ5K3ZVMWQrN2NDdC92a1VjZTBZb1ZLeFFkSGEyUFB2cW8wbkp0M0xoUisvZnZWNHNXTGJScjF5NE5IanhZVXRsMzJyMTc5MHBmTjMvK2ZEMzY2S09TcEU4Ly9WUTFhdFE0NHVjSDRIeGp4NDdWSjU5OElrbjYrT09QbFpLU1VxWFhQZjc0NDVvelo0NlNrNU8xWU1FQ2UvdEZGMTJrMHRMU1NsLzN6VGZmcUZxMWFpSGJWcTVjcVR2dXVFUFIwZEdhTW1XSzJyWnRXKzUxWHE5WFBYcjBVSEZ4c1M2NDRBSzk4c29yVlNwblJYNzk5VmRkYzgwMWtxVEhIbnRNVjExMTFYR2ZDK0ZCaUFVQU9JcGxXVXBNVE5TT0hUdTBZOGVPb3g2L2QrOWVTV1VYYXA5OTlsbUZ4d3dhTkVnUFBQQ0FwTExnS1VrdTEvRjFWaG8vZnJ5V0xsMnF2THc4RlJRVXlPLzNWM3JzMHFWTDFhdFhyeXFmdTdpNFdObloyWktrakl5TVNpODIzM2pqRFMxYXRFakRoZzFUMTY1ZGozak9aNTk5VnIvODhvc3V1K3d5eGNmSEg3Rzh3TytwYmR1MjhTNlg2OXhWcTFaOUw4a2I3dkxnMUVsTFM3TWZwNmFtVm5qTUw3LzhZcmZXbm52dXVaV2VxMSsvZnRxelowK0YrOGFORzZmdTNidmI5YngwL0hVOXdvc1FDd0NJU05kY2M0MDZkKzVzUDU4L2Y3N216WnVueE1URWtJdU8xTlRVSTk1RmI5MjZ0U1NwcEtTazBpNW9KU1VseXNqSWtDVDVmRDVKWmQzV0F0c0NrcEtTbEpDUWNNUnk3OXExUzd0Mzd6N2lNWklVRnhlbjlQVDBTa1BzZ1FNSE5IRGd3SkJ0d2VXLzRZWWI1UEdFL2pNK2QrNWN4Y2JHYXRXcVZaS2sxYXRYYS9QbXpmYitEejc0UU45ODg0MzkvTzY3NzliUFAvK3MxYXRYcTFtelp2WjNCWVNEMisydVkxbldzdmJ0MjIvMisvM1RYQzdYUjhhWWpGV3JWaDJVNUF0MytaeHN5WklsR2pObVRJWDdnbHROcjczMjJncVBhZEtraVdiT25IbE03M25HR1dlb1JZc1drcVMxYTlmYU54U0RMVnEwU0k4OTlwaTgzcko3RmlVbEplclJvNGU5ZjlDZ1FaTEs2cTdnRzJ3elpzelFXMis5VldINUNnc0xLNjNyQ3dvS2xKR1JvY3pNVEh0YmJtNXV1Ym8rT1RsWlVWRlJ4L1I1Y1dvUllnRUFFYWx4NDhiMmhVMzkrdlcxZlBseVNWTDE2dFZEam12VXFKRnV2UEhHY3E5UFMwc0xDV1c5ZXZWUzA2Wk5LM3l2WnMyYXFXL2Z2aUhiRml4WUVOSkZUcEpHamh5cFcyNjVSVk9uVGxWaFlhRWRFSE55Y3ZUQ0N5K29UcDA2OXJHSmlZbnEycldya3BLU2xKU1VwRnExYXFsV3JWcXFXN2V1NnRldnI5cTFhOXV2blRsenBqWnUzQ2hKT25qd29KNTc3am4xN2R0WEJ3NGNxUFQ3eWMvUEw3Zk5HS090VzdjcUt5dExrdlRERHorRTdBOThod0ZEaGd5cDlQeEF1RmlXMWRUdGRqOWxqUG1MWlZrL2RlalE0UWUvMzc5SzBySlZxMVp0RFhmNW5Nam44MVZwSEdsbHh3UnZIelpzbU5hdlgyK0gzK3pzYkhYcDBrVlNXWGZrZ0U2ZE91a3ZmL21McExLNjgrdXZ2eTUzWHEvWFcrNDlnNThIM3VQd1kwcExTMFBDZC9EK0lVT0dxS0Nnb01MUGNlREFnWEoxL1RQUFBLTm5ubmttWk52TW1UTzVxUmZoQ0xFQWdJaVVtNXVyNjYrL1hwTDB5aXV2S0RjM1Y1TEtqZE1zTEN6VUs2Kzhvc3pNVEhzTTY0b1ZLM1Q3N2JlcmRldldldm5sbDVXUWtLRHUzYnRYT2g2MEtoT0tTTEpiUHQ5KysrMlFnTGx2M3o3Tm1ERkRUWm8wc2J2NE5tellVSTg5OXRoUno3bC8vLzZRRm9YOC9IeTk5ZFpidXVTU1MreHRnd1lOcWpTQWI5aXdJV1I4N0pJbFN5UkpEUm8wVUpjdVhiUnYzejU5K3VtbmtxUXVYYnFvUVlNRzlySHg4ZkZITFI4UURzWVlXWmFWSUttck1lWlNsOHQxMEJpVDFiNTkreldXWmIyUm01dTdLRDA5dldyLzR5SkV0MjdkUXJyakxscTBTT3ZYcjVjazNYYmJiVXBNVExUM1Raa3lwY0tRV1Zud1BOYmhDT2VmZjc3R2pCbWpjZVBHU1pKR2pScWxNODg4MDk2ZmtwS2l4TVJFRFJnd1FDTkhqbFIyZHJZYU5HaFFMblFHajdHdDZLWm1RSEJQbENNNXZKY0xJZysvRUFBZ0lnWEdma3BTdlhyMTdCQ2JsSlFVY2x4NmVycVdMbDBxU2VyVHA0ODZkdXhvVDdMa2NybVVrSkFnbjg5bnQrcFd4Ty8zYS9qdzRYSzVYSHI1NVpjbFNlM2F0Vk9uVHAxVVVGQ2dHVE5tU1ByL0N4dTMyeTJYeXhWeXdlWnl1ZVIydTBQS1AyM2F0Q04rK3l2Mit3QUFHRnBKUkVGVXhnRURCc2pqOFNnNU9WbUZoWVhLeTh1VHkrVlM3ZHExRlJVVnBaaVlHRWxsRjNxYk4yL1d6VGZmYkY5Z3JsdTNUaGtaR2JyNDRvdTFhTkVpU1dYamhWTlNVdFNrU1JQMTdkdFh0OXh5aTlMUzB1d1FPM0Rnd0NOTzdBUkVrcUJ4aTVZeEprbFNrbVZaelNSZG5aaVltTm0rZmZ2M2ZEN2ZHeVVsSmR1S2lvcnl0MjdkeXBTMVZkQ3hZMGY3QnFFa2JkNjgyUTZ4QXdjT0RCbHIvOFliYjVRTHJMMTY5ZEk1NTV5anI3NzZTcnQzNzFaTVRJejY5ZXNuU2ZaRWRWVlZ0MjVkTzRBbUpDU29aOCtlS2k0dVZseGNuTjFiSlhEZXdMOEpiZHUyclhUY3JOZnJ0WWVFVktSKy9mcTY4ODQ3dFd2WEx2MzczLytXSkYxNTVaVnExS2lSMHRQVDdicVNFQnY1K0lVQUFCRXBPTVRXclZ2WERyR0hkeWMrNTV4ejFMSmxTeTFac2tSUFBmV1VYbnp4UlgzeHhSZVN5c2FOU3RLYmI3NnB5Wk1uSC9IOW5uNzZhZlhzMmRNT3NSMDZkTkN3WWNPVWxaVlZMc1FHTG5UNjlldW5uVHQzaHN4T1BITGtTRWxsM1lRRDU2cE01ODZkMWJwMWF5MVlzTUNlbmJodTNicjI3TVRMbGkzVCt2WHJOWHIwYU8zWXNVTmZmUEdGcGs2ZHFpMWJ0dWllZSs1UllXR2hldmJzcWJsejU5b3QxTXVXTFZPOWV2VzBiTmt5ZmYvOTk4ckx5N1BmYityVXFmcmdndy9zNSszYnR6OWkrZjRJak44b0pzbzBiZCsrdlpGa0xNc3lQcC9QV0pabEpCbEpzaXpMV0pabHZGNnZDVHl1eXZiUzB0S1E3UzZYeXh5K0wzQjhZRjlKU1VtNTQxMHVseWt1TGpZdWx5dmtlSmZMWlFvTEMrM3RVVkZSL3NEcjh2UHpqZHZ0RHRudWRydk5nUU1IN08zVnFsWHpIOXB2TWpNempjZmpNWklVRnhmbmw2VFkyRmp6MDA4L0dVbitRMzlPR2N1eTdNZkJrL0FFSGx1V1ZVL1NmM2s4bnRzOUhzLzYyTmpZdFRWcjF2eEswbzhyVjY1Y2ZTckw2alEvL3ZoalNORGJzbVdML1hqT25Ea2hkV3hGdlZSdXVlVVcrWHcrTFZ5NFVGTFowSW1ISDM3NHVNdnozWGZmU1NxYjFmaUZGMTdRL1BuejFhZFBINDBiTjA3dnYvKytKazZjR1BKM1lPSENoUlZPMG5mYmJiZHB6Wm8xNVlaTkhPN3p6ei9YNXMyYjdSQjcxVlZYNmNJTEw5UzhlZk1Jc1E3Q0x3UUFpRWc1T1RtU3lpNlFZbUppN082N2g0ZFlTYnIvL3Z2MTlkZGY2N2ZmZnRQdzRjUGw4L2xVcjE0OVhYNzU1Y2YwbnNHdHRkSFIwWkpDdThjRlg5aXNYNzllTzNmdWxGVFdwYm00dURpa1M1dGxXZVdXa1FpOFIrQjlnaS9VS3pwdSt2VHBldTIxMStUMWVoVVRFNlBycnJ0T1NVbEphdGFzbVM2NTVCSXRXclJJbjMzMm1WYXRXcVd4WThlcWMrZk8rdW1ubnlxZFdDb3c3amJnV0Z0TlRrZVdwR29lMXkyV1pUVVBiQXVFd2tPTVZCYWVEclcwLzMvejRLR3dlZWp2UmJuWEJQMTlzZmVaTW5LNzNmYnJnM1lGSnBPeDMxT1M4ZnY5SWR1RFh4Qm9yVC84UFlKK1czdTczKzlYWW1KaXVmSWJZMVMzYnQwS1AzTWczT3ZvdkpabCtZd3hmcFhkRFBDYnNnL2dEM3hzeTdJQ2ovMkJtd1NCNHcvOWlhbm94QlVGMnFBd0d5T3B2YVIya2daWmxwWFRybDI3VGFVK3N5TGZheXIvSCt3UGJQSGl4VnE4ZUhHRis0N1dleVJnelpvMWRwMWNXRmlvckt3czFhMWJWMUxvVFllajhmbDg5bGpaenAwN2x4dkg3L1A1eWkzWDQvZjdLK3kyZktSbGZRNVhVVjBmWEc1Q2JPVGpGd0lBUktSQVMyeFVWSlRlZi85OU85UnUzNzVkSzFldUREbTJRWU1HdXZIR0d6Vmp4Z3c3d04xNjY2MzJoVWpuenAyVm1KaW8zYnQzNi9YWFg1ZFVOdWxJdDI3ZDdITzBiTmt5cE50Y0lBUUV0MWdFWDlqTW5qM2JmcnhqeHc1ZGZmWFZ1dnZ1dSsyTHE1WXRXK3F0dDk3U1N5KzlwSGJ0MnRrekxZOFlNVUkvL1BDRG9xT2pkZFpaWjVYNzNBVUZCWm80Y2FMcTFhdW5hZE9teWVmenFVMmJOaG8zYnB4OWZFSkNncDU2NmlsMTZ0UkpUei85dEhKeWN2VFlZNDlwMXF4WkdqcDBhRWpyYTFaV2xyM2VidCsrZmRXa1NSTjdYK1BHamZYR0cyOVUraHY4VWJnc0s4b1lFeXVWQlNhcjRyc0xSOTFtVElXaEtXVGJvVk5YNmZ5SGwrUHc4eCs2Nks3d2RZZTl0TEl3ZDlUeVc1WjFUT3VQQkwvdnNUNCtIb2ZHemdhK3F4aEpDWlpsVlpjVVhiWHMvY2NUR0E0UjRQVjY3UURuOFhoQ2ZwUEtnbUdndDRzazVlWGw2ZHBycjlYOTk5K3ZBUU1HMkFHeEtrdlhwS1dsYWYvKy9aTEtaaVlPekJxY21abXBKVXVXNkt5enp0SUhIM3lnaHg1NlNGdTJiRkd0V3JVMGRlclVDczlWbzBZTnJWdTNUdDI2ZGROMzMzMW5CL1hycjc4K3BONkxqWTBOcWVzRE40SXFxK3NSbWZpRkFBQVJLUkJhOSs3ZHE2ZWVlc3JlL3ZYWFgxY1kvb1lPSGFvUFB2aEFlWGw1aW8rUFYvLysvZTE5cWFtcFNrMU4xYXhacyt4dE45MTBrMXEwYUtHTkd6ZmFBWFBYcmwzMi9yaTRPRWtWWDlqczNidFhuM3p5U2NqNzc5NjlXeE1tVEZEOSt2VWxsVjJjLytNZi85RDA2ZE4xNVpWWHFuUG56c3JOemRXS0ZTc2tsVTJ5RkI4ZnI3VnIxMnJLbENuMk9vbTV1Ymw2KysyMzlmTExMMnZNbURIS3lNalFzR0hES3J5bzZ0ZXZuOXEyYmF1SkV5ZnF3UWNmVkZKU2tnWU1HR0Izdlpha1RaczIyU0gyZ2dzdXNHY1JsY3JDOEI4OXhCcEpCU1crNmJFZWE3TXh4bks3M1lFcmVNc1lZeDBLZHZiMjRHM0J4eDlwZS9DNUt0b3V5WEs1WE1lNzNSVmNYaDNLdmhWdGQ3bGN4N3hkVWxYV0diR01NVzVqak9WeXVlelhIL3Fqd1BiZ2MxZTAzYktzSkVtM2x2dU5LbW5aTy9RNVM0d3gyeVJ0TWNhaytmMys5OWFzV2ZOdDQ1YnR1c215L3FNS1pmL0RHVFZxVk1pWTJMRmp4OXIxMmV6WnMwUEd4UGJvMGFQY0xPbjUrZm1hTTJkT3lMYTh2RHc5OGNRVGRyMHBWUzBJSGp4NDBINDhmdng0Ky9HS0ZTdTBZc1VLZGUzYVZVODg4WVMyYmRzbXFhd3VENTU3SUZoOGZMd3V2dmhpU1dWZHBxV3ltNkIzMzMyM01qTXpWVkJRb0QvOTZVK1NGRkpIQnNvYzNEcExpSTE4L0VJQWdJams5L3Z0UUJpd1o4OGVsWmFXMnQyL2dxV2xwZGt0a1BuNStWcXhZb1U2ZGVvVWNreGdyRlJpWXFLS2k0dDF4UlZYeU8xMmErSENoYXBSbzRZZG5BUEhTS0VYTm9GMUE2ZFBueDR5VnF4R2pScnllRHk2OGNZYk5YLytmRW1oTS85Ky92bm5Hamx5cE9iT25XdUg0c0Q2c0x0Mzd5NDNocXRHalJxcVdiT21GaXhZb0lVTEYxWnBmY1pmZi8xVmpSczMxdTdkdThzdElSSHc2S09QaGp5Zk1tWEtVYzk3dXJOY2xrcDhWdnFtbjFkOWNmU2pjUVRXWWY4OTZ1UHp6anRQaFlXRjl2Ym82T2hHTHBmclZ1bkl3ZlhRL214anpCeS8zLzh2djkrL3plUHhITXpKeWNuYnNXTUhrenNkUldGaG9kMzZLWlcxZ0FiazV1YUdCTkdLZm9mMzMzOC9KSHpHeE1Rb09qcGFTVWxKT3YvODgrM3RWVmxuMWVQeGhLeTlYVlJVSksvWEs0L0hvNWlZR01YR3h1cTMzMzZ6NjgzbHk1ZHJ3SUFCRlo3cjNYZmZWYk5temVUMyswUEcyYjcyMm11YU1XT0dXclpzcVgvKzg1K1NGRkxYQnlZTEpNUTZDNzhRQUNBaVBmend3eUdUaFJoak5HVElFSzFkdTdiY1dOT2lvaUw5N1c5L0M5azJjZUpFdmZ2dXUvYkZTSEZ4c1gxaGMrbWxsK3I4ODg5WFZGU1VTa3BLTkhmdVhOMTAwMDMyR0ZkSjlzeVl3ZDNwM0c2M1NrcEs3QmJkR2pWcWFQLysvVXBPVHRiVXFWTVZGUldsTjk5OFUxTFoyTjBycjd6U0RyelBQZmVjbGkxYkprbXFWYXVXTHIzMFVrbGxyYUV4TVRHcVdiT21kdTNhcFhyMTZtbnUzTG15TEVzbEpTVlZXdHRSMGhGbjVBUk9BWFBZZjQvcXA1OStDbm5ldm4zN2t1RG5RWUhWV0paVktDblg3L2V2c3l4cnlzR0RCejltaVozajgrS0xMK3JGRjErc2NOOU5OOTEwMU5jSDkyaVJ5bTc0VFo4K1hkdTNidzlwNFF4ZXF1ZHdpeFl0MHFXWFhxcU9IVHZxeXkrL3RMZVBHVE5HOCtmUDErV1hYMjR2dTdOKy9mcEt1eVlIajQwTnROQ3VYcjNhTGtlUEhqMlVuSnlzR1RObWFNT0dEZHF3WVlOYXRteXBqSXdNU1dWZG5nUHpMQVNIMk1wYWV4RTVDTEVBZ0lqMDlOTlBhOWV1WGNyTXpGUldWcGF1dmZaYXUvVXphREliU2RLa1NaTzBmZnQydVZ3dURSMDZWRk9uVHRYV3JWdjEzbnZ2MldzR0xsKyszQTZFUFhyMFVFSkNncnAwNmFJbFM1Wm85dXpadXVtbW0wSW1QbXJjdUxHazBCRHI4WGdVSFIydE9uWHFLQzR1VG8wYk43YkhYUVhHM0FaYU9KS1RrM1gyMldlclk4ZU8rdjc3NzdWZ3dRTDdQSGZjY1lmOUdUcDA2S0F2dnZoQ0gzNzRvU1pNbUJBWTN5ZXBiSDNZamgwNzJxOWJ0V3FWM1kzdjRZY2ZEdmtlMnJScFUrNDdmUFhWVjFWWVdHalBtUHkvLy91L2F0Kyt2YTYrK3VvcS9ncEFlQnpxS3B3bjZTZkxzcjQzeHF6dytYemZyVm16NXRkd2wrMlBLRGMzVjVzM2IxYlRwazJWa3BLaVhidDJxV0hEaHRxeFk0ZWtzdlZjVTFKU1FucVYxS3haczlMelBmdnNzNW93WVlJKysrd3plYjFlN2QrL1gvdjI3ZE8rZmZza1NiLzg4b3ZHangrdjNidDNhK0xFaWVVbWZKS2t0V3ZYYXRpd1lmSjZ2ZXJXclp2T1B2dHNTYkxyWkpmTHBVc3Z2VlNKaVluMkRjZC8vL3ZmR2oxNnRGM1hOMnJVeUE3SWg5ZjFpR3o4UWdDQWlMUmt5WktRWlhaS1MwdFZXRmdvS2JTcjdwbzFhK3pKbkc2NzdUYU5HREZDSzFldTFJOC8vcWhYWDMxVmYvN3puMVc5ZW5WOTlORkhrc29DY0tDYmNjK2VQYlZreVJMOSt1dXZXcjE2dFgyaFZLOWVQZFdxVmN0KzM0REFoVTJyVnEzVW8wY1BMVm15SktUTXExYXRzaDhIUXVWZGQ5Mmw3Ny8vM3Q3ZXFGRWpEUnc0MEg1ZTBRekdBZTNidHkrM0RFNGd4UGJwMCtlSUxSMVNXV3R5UVVHQi9ieDY5ZXBLVGs0KzRtdUFjRFBHYkpVMDArZnp6Zk42dlZ2VDB0TDJTS3I2MUxNNG92NzkrOXZ6QUVqU2UrKzlaN2VLang0OXVzTHcrZmUvLzEzWFhYZWR6ajc3YkhYdjNsMGxKU1ZxMHFTSkhXSURmdjc1Wi92eG1XZWVXV2taU2twS1pJelIvUG56TldiTW1ITDcwOVBUbFo2ZXJwaVlHSGs4SGozODhNT0tqWTNWN2JmZnJnWU5HaWduSjBjUFB2aWd2RjZ2NnRldnI3Rmp4MG9xcTY4RFF6ck9PKzg4ZStteEhqMTY2TU1QUDlUOCtmTTFkT2hRTzhTMmF0VXFwRXdCaE5qSXh5OEVBSWhJblRwMVVsRlJrUm8xYXFTVWxCUzFhOWZPbm53a2VNeFdxMWF0ZE9XVlYrcTc3NzdUN2JmZkxrbTY3Nzc3OU5CREQrbXV1KzVTVWxLUzFxOWZyNisrK2twUzJkMzU0Y09IcTdpNE9LVHIyNlJKazdSKy9YcEpDcG44S0xnN2IyQ01WNzkrL1hUSkpaZVVDN0VmZi95eC9iaHQyN2FTeWxvVURyVXFTU3BiemlFek0xTU5HalE0d1cvbytBU0hXcWxzN1ZoampGd3VWMGhyTVhDcUZSY1g3NmxXclZxM2xTdFhmaU5DNjBsMXhobG5xRStmUHBMS3h1TmZkTkZGOXI2bFM1ZmFqenQxNnFTR0RSdUd2TGE0dU5nT21sNnZWeDA2ZEZDN2R1MzArZWVmaHh4bmpMSFhqblc1WENFQjhYQUZCUVZLVGs0KzRvMjRXclZxS1RVMVZaOS8vcm05THV6OCtmUFZyMTgvcGFlbkt5Y25SMjYzVzA4OTlaUTlyblhXckZsMmErNjJiZHYwbi8vNW55b3FLckxId09ibDVXbjA2TkYyMStIZ3VqN1EwOGV5TExvVE93QWhGZ0FRa2NhT0hTdS8zMjkzOVRMRzJCTTNCYThWdTNmdlh2WHUzVnRObXpZTldmYmgzbnZ2bGN2bDBvOC8vcWo4L0h3N1JCWVVGR2p0MnJYbDNtLzE2dFgyNDhDa1MxTFpoRWtCZ1FtbEF1TlpnMjNhdE1rZWM5dW1UUnNsSlNWcDNMaHhJVXZ4U0dXaDlqLys0ejgwWk1nUTllL2YzMjd4UFh4TTYvTGx5ME5hb3FYUWx0NzU4K2VYNjFZZDNQVzRJdSsvLzc0ZWVlUVIrM2w4Zkh6SXhWcFZ4OThDdjRlMHRMUThTVjhlOVVBY3M4QXlYUlVKdmlrNGJkbzBkZW5TeFI3U1VGcGFxa1dMRnRrOVVpNjQ0QUo3UG9IRFEreW5uMzZxTFZ1MlNKSXV2UERDa0FtYmdoMDhlRkJlcjFkSlNVazY4OHd6MWJkdlg5V3ZYMTlubkhHRzVzNmRxNTkrK2tsOSt2U3h5N3Q1ODJaZGZQSEYrdnJycitYMWV2WGhoeC9hNXhvMmJKaDl3MUFLbldFK0t5dExXVmxaNWQ0L1VJOVdxMVl0cEM0UGxQMUl2V01RT1FpeEFJQ0lOWG55WlAzMjIyODY3N3p6bEpHUllZZXM0QzZ4cTFldkRnbWdoMnZWcXBWbXpweXA1czJiNjVkZmZwRlVGdDVxMWFwbC85bXhZNGU5cjNuejV0cTNiNThHRHg0c1k0dzJiZHBrbnl0d3Q3OGlUenp4aEIyVXp6MzNYQTBjT05CdUVaQ2tnUU1IYXVuU3Bjckp5VkYrZnI0bVQ1NnNiNy85Vm84Ly9yaVdMRm1pVHovOVZOTC9UeWd5WThhTUNzZUJCVHo5OU5QbHRrMmNPRkdwcWFtVnZxWk5temI2OXR0dkpVa05HelpVOCtiTk5XZk9IRzNZc0VFZWo4Y2VTMlpaVmtpWGJRQ25yM1BQUFZmdnZmZWVwTExlSk1FOVNnN1h2My8vQ21jZDNyTm5qeVpPbkdnL3YvWFcwSldTZ20rV1RabzBTVkpaUzJ1alJvMzAxNy8rMWQ1WFVaM1h0R2xUVFpvMFNTdFdyTkFMTDd3UWNoUHkzWGZmVmIxNjlld2wxVzY1NVJiTm1qVkxwYVdsc2l4TDFhdFhWODJhTmUyNi9zY2ZmN1RyNVFFREJtamF0R242NmFlZmxKZVhwNjFidDBvNjhvUlVpQnlFV0FCQXhLcFRwNDVtekpnUjBtMDNLU2xKalJzM1ZteHNiTG1XeUlyRXhNVElzaXc5OGNRVDh2djlhdHk0Y2NpZDlzek1URjF6elRYMjgrSERoNnRodzRiMnVxMEJ5Y25KSWVzbkh1NmlpeTVTV2xxYUdqWnNxQkVqUm1qNTh1WGF0MitmWEM2WFJvMGFwUnR1dUVFN2QrN1VYWGZkcFIwN2RzamxjdW1oaHg1U3RXclY5TXd6ejlqbnFWdTNybDN1cW55K1lCNlBSelZyMXRTVFR6NXBsem13dnFJa05XdldUSC81eTErVWtKQ2dqaDA3eXVQeDZNQ0JBL1lGYkVETGxpMnJ0RHdHQU9mcjNidTN0bTdkcXRtelo0Y3NQUlBnOFhqVXVIRmpEUmt5eEY1bjlYQTVPVGwyYTIydlhyMUNsdHFSeXJvekI4eWJOMCtTMUtSSmsyTXFaNGNPSGZUR0cyOW93WUlGbWpScGtyS3lzclIvLy82UWVRdVNrNU0xZWZKazFhdFhUeWtwS1NIaCtjc3Z2N1J2RmxhclZrMjMzbnFyUHYvOGM2MWJ0eTdrZlE2Zmh3Q1JpUkFMQUloWXdXT3pMTXRTN2RxMTlkZS8vbFZSVVZGNjU1MTNqdWxjelpzM3IzQjd2WHIxOU9pamoycjgrUEhxMEtHRHVuZnZMbU9NRWhNVGxaK2ZyNFNFQktXbXBtclVxRkZISENkMTExMTNhZnYyN2VyZnY3L2k0K1Axd0FNUDZJVVhYdENqano2cTFxMWJTNUlhTkdpZ2YvN3puM3IyMldjbGxZVktTYXBmdjc1eWNuSlV0MjVkRFIwNlZKTDAvUFBQSDlQbkMzYkZGVmRVdUQwcUtxcmN6TVRCMzR2TDVWTExsaTNMclNjTDRQUTJZc1FJalJneFFsNnZ0OXpRaHFpb3FFcVh1QWxJVFUzVnE2KytxaWVmZkZMLzh6Ly9VMjcvOWRkZnIrWExsMnZidG0yeUxFdE5temJWRFRmY2NGeGw3ZDI3dDdwMjdhcnAwNmNyTFMxTmd3WU5DdGwvZUlBTzZOS2xpNFlQSDY3WFhudE5JMGVPVk4yNmRkV2hRd2RKWlVHOWV2WHE2dHk1cys2Nzc3N2pLaGRPTGV2b2h3QUFJa25qbHUyNnlUSnZKeVVtMXAveTRuTzZxR1BGLzJEajJBUmFUUVBqYlkweDlyaXdxdkw1ZkNGQjErdjFWanJMWmZDK3cxOTNLdm45ZmhVWEY4dXlMRVZGUmYxaEpqVDU5dnNmZGUrbzBjcmVzMmUvakFadTNiRHFpNk8vQ2s1QlBZbktiTnUyVFdlZGRWYndPc1RIWE5mL1VVUnlQVWxMTEFBQUtyK200ZkZjMUJ3ZUFJKzBURVB3dm5BR1I1ZkxwZGpZMkxDOVB3Q2NTbzBhTlFwNVRvQjFwaVAzRFFBQUFBQUFJSUlRWWdFQUFBQUFqa0dJQlFBQUFBQTRCaUVXQUFBQUFPQVloRmdBQUFBQWdHTVFZZ0VBQUFBQWprR0lCUUFBQUFBNEJpRVdBQUFBQU9BWWhGZ0FBQUFBZ0dNUVlnRUFBQUFBamtHSUJRQUFBQUE0QmlFV0FBQUFBT0FZaEZnQUFBQUFnR01RWWdFQUFBQUFqa0dJQlFBQUFBQTRCaUVXQUFBQUFPQVloRmdBQUFBQWdHTVFZZ0VBQUFBQWprR0lCUUFBQUFBNEJpRVdBQUFBQU9BWWhGZ0FBQUFBZ0dNUVlnSEFZWHpHbTJkSnBYNmZYd1VGQmVFdUR1QklCUVVGOHZxOGtwSFBaN3g1NFM0UFRpN3FTZURFUlhJOVNZZ0ZBSWN4cG1TWGpBcExTa3VWbFowVDd1SUFqcFNWbmFPaW9tSkpLamFtWkZlNHk0T1RpM29TT0hHUlhFOFNZZ0hBWVhaczJwUnBwUHpTMGxLdDM3aEpSVVZGNFM0UzRDZ2xKYVZLMjdCUnhjWEZra3p4amsyYk1zTmRKcHhjMUpQQWlZbjBlcElRQ3dETzQ1WHh2MnVNOGMvNVpKNStXTEZLaFVWRk1zYUV1MXhBUkRQR3FLaW9TR3QvVHRQc09aL0k3L2Y3SlRORGtqZmNaY05KUnowSkhBZW4xSk5XdUFzQUFEaDJLU2twY2RGSmRlZGJsaTVOU2twVTkwc3YwYmx0LzZRR0tXY29NU0VoM01VRElzN0J2RHp0M0ptaHRUK242Zk12bGlvM04xZCtZNWFWNW1iM3lzaklZTkRrYVloNkVqZzJUcW9uQ2JFQTRGQXBxVzFUbzJSTnN5eDF0aXpMRlIwVnBiaTRPSGs4bm5BWERZZzRwZDVTRlJRVXFyUzBWTVlZSTZPdnZmTGRzMlBqdWpYaExodCtQOVNUUU5VNXFaNGt4QUtBZzlWczBxUjZVblRpT0plbC9rYUtrcXdvU2U1d2x3dUlRRDdKbEZwU3FWOW00Y0hTZ2xGNzA5Tnp3MTBvL1A2b0o0RXFjMHc5U1lnRmdOTkFjbkxyaExoYW5tUy84ZFZ4dTZMaXcxMGVJTko0L2FiQWJabnNncjNlN096c3RJaGFLZ0tuQnZVa2NHVFVrd0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Ici93QlBHYTFoMSt6WTZ3QUFBQUJKUlU1RXJrSmdnZz09IiwKCSJUaGVtZSIgOiAiIiwKCSJUeXBlIiA6ICJmbG93IiwKCSJWZXJzaW9uIiA6ICIxMSIKfQo="/>
    </extobj>
  </extobjs>
</s:customData>
</file>

<file path=customXml/itemProps1.xml><?xml version="1.0" encoding="utf-8"?>
<ds:datastoreItem xmlns:ds="http://schemas.openxmlformats.org/officeDocument/2006/customXml" ds:itemID="{419ACD05-E820-41AB-B7FC-355C70A5A655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948</Words>
  <Application>Microsoft Office PowerPoint</Application>
  <PresentationFormat>宽屏</PresentationFormat>
  <Paragraphs>137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黑体</vt:lpstr>
      <vt:lpstr>思源黑体 CN Normal</vt:lpstr>
      <vt:lpstr>宋体</vt:lpstr>
      <vt:lpstr>微软雅黑</vt:lpstr>
      <vt:lpstr>优设标题黑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顺义 郑</cp:lastModifiedBy>
  <cp:revision>32</cp:revision>
  <dcterms:created xsi:type="dcterms:W3CDTF">2023-08-09T12:44:00Z</dcterms:created>
  <dcterms:modified xsi:type="dcterms:W3CDTF">2026-09-20T02:58:13Z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2052-12.1.0.18608</vt:lpwstr>
  </property>
</Properties>
</file>